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sldIdLst>
    <p:sldId id="256" r:id="rId2"/>
    <p:sldId id="257" r:id="rId3"/>
    <p:sldId id="261" r:id="rId4"/>
    <p:sldId id="262" r:id="rId5"/>
    <p:sldId id="264" r:id="rId6"/>
    <p:sldId id="265" r:id="rId7"/>
    <p:sldId id="266" r:id="rId8"/>
    <p:sldId id="267" r:id="rId9"/>
    <p:sldId id="268" r:id="rId10"/>
    <p:sldId id="270" r:id="rId11"/>
    <p:sldId id="271" r:id="rId12"/>
    <p:sldId id="272" r:id="rId13"/>
    <p:sldId id="288" r:id="rId14"/>
    <p:sldId id="275" r:id="rId15"/>
    <p:sldId id="277" r:id="rId16"/>
    <p:sldId id="285" r:id="rId17"/>
    <p:sldId id="279" r:id="rId18"/>
    <p:sldId id="281" r:id="rId19"/>
    <p:sldId id="280" r:id="rId20"/>
    <p:sldId id="282" r:id="rId21"/>
    <p:sldId id="283" r:id="rId22"/>
    <p:sldId id="284" r:id="rId23"/>
    <p:sldId id="286" r:id="rId24"/>
    <p:sldId id="287" r:id="rId25"/>
    <p:sldId id="28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B94B1A-7A08-4AF0-BAF4-F6A20265F461}" type="doc">
      <dgm:prSet loTypeId="urn:microsoft.com/office/officeart/2005/8/layout/hList1" loCatId="list" qsTypeId="urn:microsoft.com/office/officeart/2005/8/quickstyle/simple3" qsCatId="simple" csTypeId="urn:microsoft.com/office/officeart/2005/8/colors/accent0_1" csCatId="mainScheme" phldr="1"/>
      <dgm:spPr/>
      <dgm:t>
        <a:bodyPr/>
        <a:lstStyle/>
        <a:p>
          <a:endParaRPr lang="en-US"/>
        </a:p>
      </dgm:t>
    </dgm:pt>
    <dgm:pt modelId="{99F8F446-9D86-4930-B512-72BDE8CD92EA}">
      <dgm:prSet phldrT="[Text]" custT="1"/>
      <dgm:spPr/>
      <dgm:t>
        <a:bodyPr/>
        <a:lstStyle/>
        <a:p>
          <a:r>
            <a:rPr lang="vi-VN" sz="4800">
              <a:latin typeface="Arial" panose="020B0604020202020204" pitchFamily="34" charset="0"/>
              <a:cs typeface="Arial" panose="020B0604020202020204" pitchFamily="34" charset="0"/>
            </a:rPr>
            <a:t>Ưu điểm</a:t>
          </a:r>
          <a:endParaRPr lang="en-US" sz="4800">
            <a:latin typeface="Arial" panose="020B0604020202020204" pitchFamily="34" charset="0"/>
            <a:cs typeface="Arial" panose="020B0604020202020204" pitchFamily="34" charset="0"/>
          </a:endParaRPr>
        </a:p>
      </dgm:t>
    </dgm:pt>
    <dgm:pt modelId="{E98C7C85-81AF-4838-AE6E-104525936A92}" type="parTrans" cxnId="{912870FC-9B5C-436C-A11F-CCEE1324AC87}">
      <dgm:prSet/>
      <dgm:spPr/>
      <dgm:t>
        <a:bodyPr/>
        <a:lstStyle/>
        <a:p>
          <a:endParaRPr lang="en-US"/>
        </a:p>
      </dgm:t>
    </dgm:pt>
    <dgm:pt modelId="{8C5C4CA8-386C-45F3-8DCA-33ACA21951A2}" type="sibTrans" cxnId="{912870FC-9B5C-436C-A11F-CCEE1324AC87}">
      <dgm:prSet/>
      <dgm:spPr/>
      <dgm:t>
        <a:bodyPr/>
        <a:lstStyle/>
        <a:p>
          <a:endParaRPr lang="en-US"/>
        </a:p>
      </dgm:t>
    </dgm:pt>
    <dgm:pt modelId="{D2E786E0-1948-47AD-B83D-A611C84524A2}">
      <dgm:prSet phldrT="[Text]"/>
      <dgm:spPr/>
      <dgm:t>
        <a:bodyPr/>
        <a:lstStyle/>
        <a:p>
          <a:r>
            <a:rPr lang="vi-VN">
              <a:latin typeface="Arial" panose="020B0604020202020204" pitchFamily="34" charset="0"/>
              <a:cs typeface="Arial" panose="020B0604020202020204" pitchFamily="34" charset="0"/>
            </a:rPr>
            <a:t>Cộng tác thời gian thực</a:t>
          </a:r>
          <a:endParaRPr lang="en-US">
            <a:latin typeface="Arial" panose="020B0604020202020204" pitchFamily="34" charset="0"/>
            <a:cs typeface="Arial" panose="020B0604020202020204" pitchFamily="34" charset="0"/>
          </a:endParaRPr>
        </a:p>
      </dgm:t>
    </dgm:pt>
    <dgm:pt modelId="{BED07A11-FFAE-428C-B5D3-23E85AEFF247}" type="parTrans" cxnId="{22C79A9C-5115-4029-99B4-737239836184}">
      <dgm:prSet/>
      <dgm:spPr/>
      <dgm:t>
        <a:bodyPr/>
        <a:lstStyle/>
        <a:p>
          <a:endParaRPr lang="en-US"/>
        </a:p>
      </dgm:t>
    </dgm:pt>
    <dgm:pt modelId="{FA672EC6-5495-4F65-9D29-039F60651C5E}" type="sibTrans" cxnId="{22C79A9C-5115-4029-99B4-737239836184}">
      <dgm:prSet/>
      <dgm:spPr/>
      <dgm:t>
        <a:bodyPr/>
        <a:lstStyle/>
        <a:p>
          <a:endParaRPr lang="en-US"/>
        </a:p>
      </dgm:t>
    </dgm:pt>
    <dgm:pt modelId="{31F23865-7BA2-44E9-96BA-1C3B4DE1B0F5}">
      <dgm:prSet phldrT="[Text]"/>
      <dgm:spPr/>
      <dgm:t>
        <a:bodyPr/>
        <a:lstStyle/>
        <a:p>
          <a:r>
            <a:rPr lang="vi-VN">
              <a:latin typeface="Arial" panose="020B0604020202020204" pitchFamily="34" charset="0"/>
              <a:cs typeface="Arial" panose="020B0604020202020204" pitchFamily="34" charset="0"/>
            </a:rPr>
            <a:t>Hỗ trợ lưu trữ đám mây</a:t>
          </a:r>
          <a:endParaRPr lang="en-US">
            <a:latin typeface="Arial" panose="020B0604020202020204" pitchFamily="34" charset="0"/>
            <a:cs typeface="Arial" panose="020B0604020202020204" pitchFamily="34" charset="0"/>
          </a:endParaRPr>
        </a:p>
      </dgm:t>
    </dgm:pt>
    <dgm:pt modelId="{827B5969-B815-4B06-9617-5825EA6213FE}" type="parTrans" cxnId="{3AB9CDDB-8890-4552-853E-9C46845D6D1E}">
      <dgm:prSet/>
      <dgm:spPr/>
      <dgm:t>
        <a:bodyPr/>
        <a:lstStyle/>
        <a:p>
          <a:endParaRPr lang="en-US"/>
        </a:p>
      </dgm:t>
    </dgm:pt>
    <dgm:pt modelId="{23D6D51E-FFCB-44D7-B5BC-2F1EEE02BC7D}" type="sibTrans" cxnId="{3AB9CDDB-8890-4552-853E-9C46845D6D1E}">
      <dgm:prSet/>
      <dgm:spPr/>
      <dgm:t>
        <a:bodyPr/>
        <a:lstStyle/>
        <a:p>
          <a:endParaRPr lang="en-US"/>
        </a:p>
      </dgm:t>
    </dgm:pt>
    <dgm:pt modelId="{3F5E1AB9-208A-406E-855C-A5E72ED97E89}">
      <dgm:prSet phldrT="[Text]" custT="1"/>
      <dgm:spPr/>
      <dgm:t>
        <a:bodyPr/>
        <a:lstStyle/>
        <a:p>
          <a:r>
            <a:rPr lang="vi-VN" sz="4800">
              <a:latin typeface="Arial" panose="020B0604020202020204" pitchFamily="34" charset="0"/>
              <a:cs typeface="Arial" panose="020B0604020202020204" pitchFamily="34" charset="0"/>
            </a:rPr>
            <a:t>Nhược điểm</a:t>
          </a:r>
          <a:endParaRPr lang="en-US" sz="4800">
            <a:latin typeface="Arial" panose="020B0604020202020204" pitchFamily="34" charset="0"/>
            <a:cs typeface="Arial" panose="020B0604020202020204" pitchFamily="34" charset="0"/>
          </a:endParaRPr>
        </a:p>
      </dgm:t>
    </dgm:pt>
    <dgm:pt modelId="{37729F70-87A2-48B1-8D57-81FC974E5B82}" type="parTrans" cxnId="{ECD5795B-EF91-475E-AD71-77AD55EA92E3}">
      <dgm:prSet/>
      <dgm:spPr/>
      <dgm:t>
        <a:bodyPr/>
        <a:lstStyle/>
        <a:p>
          <a:endParaRPr lang="en-US"/>
        </a:p>
      </dgm:t>
    </dgm:pt>
    <dgm:pt modelId="{2FD0A005-B6BE-4BA6-B6A6-33AA04C48D96}" type="sibTrans" cxnId="{ECD5795B-EF91-475E-AD71-77AD55EA92E3}">
      <dgm:prSet/>
      <dgm:spPr/>
      <dgm:t>
        <a:bodyPr/>
        <a:lstStyle/>
        <a:p>
          <a:endParaRPr lang="en-US"/>
        </a:p>
      </dgm:t>
    </dgm:pt>
    <dgm:pt modelId="{B1CB59AE-FB63-4D51-BF3F-3EF616417C1C}">
      <dgm:prSet phldrT="[Text]"/>
      <dgm:spPr/>
      <dgm:t>
        <a:bodyPr/>
        <a:lstStyle/>
        <a:p>
          <a:r>
            <a:rPr lang="vi-VN">
              <a:latin typeface="Arial" panose="020B0604020202020204" pitchFamily="34" charset="0"/>
              <a:cs typeface="Arial" panose="020B0604020202020204" pitchFamily="34" charset="0"/>
            </a:rPr>
            <a:t>Phụ thuộc vào kết nối internet</a:t>
          </a:r>
          <a:endParaRPr lang="en-US">
            <a:latin typeface="Arial" panose="020B0604020202020204" pitchFamily="34" charset="0"/>
            <a:cs typeface="Arial" panose="020B0604020202020204" pitchFamily="34" charset="0"/>
          </a:endParaRPr>
        </a:p>
      </dgm:t>
    </dgm:pt>
    <dgm:pt modelId="{832AAFCD-D438-404E-A31D-C43D8881238A}" type="parTrans" cxnId="{15523D0D-8867-4CFB-B8AB-CC6F09D9FD3D}">
      <dgm:prSet/>
      <dgm:spPr/>
      <dgm:t>
        <a:bodyPr/>
        <a:lstStyle/>
        <a:p>
          <a:endParaRPr lang="en-US"/>
        </a:p>
      </dgm:t>
    </dgm:pt>
    <dgm:pt modelId="{389BB5F6-3FC6-4BFF-B361-6F71F2AA9B33}" type="sibTrans" cxnId="{15523D0D-8867-4CFB-B8AB-CC6F09D9FD3D}">
      <dgm:prSet/>
      <dgm:spPr/>
      <dgm:t>
        <a:bodyPr/>
        <a:lstStyle/>
        <a:p>
          <a:endParaRPr lang="en-US"/>
        </a:p>
      </dgm:t>
    </dgm:pt>
    <dgm:pt modelId="{6491AB26-4CB1-4B22-B1EB-A91ECA0F323B}">
      <dgm:prSet phldrT="[Text]"/>
      <dgm:spPr/>
      <dgm:t>
        <a:bodyPr/>
        <a:lstStyle/>
        <a:p>
          <a:r>
            <a:rPr lang="vi-VN">
              <a:latin typeface="Arial" panose="020B0604020202020204" pitchFamily="34" charset="0"/>
              <a:cs typeface="Arial" panose="020B0604020202020204" pitchFamily="34" charset="0"/>
            </a:rPr>
            <a:t>Giới hạn hiệu suất với dự án lớn</a:t>
          </a:r>
          <a:endParaRPr lang="en-US">
            <a:latin typeface="Arial" panose="020B0604020202020204" pitchFamily="34" charset="0"/>
            <a:cs typeface="Arial" panose="020B0604020202020204" pitchFamily="34" charset="0"/>
          </a:endParaRPr>
        </a:p>
      </dgm:t>
    </dgm:pt>
    <dgm:pt modelId="{331E89D6-8B38-48E8-97B1-1AFA7004DA48}" type="parTrans" cxnId="{759E1022-F308-476F-AB6C-2A106EA5FA71}">
      <dgm:prSet/>
      <dgm:spPr/>
      <dgm:t>
        <a:bodyPr/>
        <a:lstStyle/>
        <a:p>
          <a:endParaRPr lang="en-US"/>
        </a:p>
      </dgm:t>
    </dgm:pt>
    <dgm:pt modelId="{B6568069-A8E2-4FD2-B30F-DDFAAAE00ABB}" type="sibTrans" cxnId="{759E1022-F308-476F-AB6C-2A106EA5FA71}">
      <dgm:prSet/>
      <dgm:spPr/>
      <dgm:t>
        <a:bodyPr/>
        <a:lstStyle/>
        <a:p>
          <a:endParaRPr lang="en-US"/>
        </a:p>
      </dgm:t>
    </dgm:pt>
    <dgm:pt modelId="{2B0AF3C8-C666-477F-9F10-2590BAF2C36E}">
      <dgm:prSet phldrT="[Text]"/>
      <dgm:spPr/>
      <dgm:t>
        <a:bodyPr/>
        <a:lstStyle/>
        <a:p>
          <a:r>
            <a:rPr lang="vi-VN">
              <a:latin typeface="Arial" panose="020B0604020202020204" pitchFamily="34" charset="0"/>
              <a:cs typeface="Arial" panose="020B0604020202020204" pitchFamily="34" charset="0"/>
            </a:rPr>
            <a:t>Khả năng tương thích cao</a:t>
          </a:r>
          <a:endParaRPr lang="en-US">
            <a:latin typeface="Arial" panose="020B0604020202020204" pitchFamily="34" charset="0"/>
            <a:cs typeface="Arial" panose="020B0604020202020204" pitchFamily="34" charset="0"/>
          </a:endParaRPr>
        </a:p>
      </dgm:t>
    </dgm:pt>
    <dgm:pt modelId="{4D1CDFD5-75EC-4339-AE12-C39AF8397B8C}" type="parTrans" cxnId="{8DC8C7F0-1CF2-469B-B149-CEA584ACB026}">
      <dgm:prSet/>
      <dgm:spPr/>
      <dgm:t>
        <a:bodyPr/>
        <a:lstStyle/>
        <a:p>
          <a:endParaRPr lang="en-US"/>
        </a:p>
      </dgm:t>
    </dgm:pt>
    <dgm:pt modelId="{BA4B6E2D-5821-4704-BE4A-6EEDD6E86BF1}" type="sibTrans" cxnId="{8DC8C7F0-1CF2-469B-B149-CEA584ACB026}">
      <dgm:prSet/>
      <dgm:spPr/>
      <dgm:t>
        <a:bodyPr/>
        <a:lstStyle/>
        <a:p>
          <a:endParaRPr lang="en-US"/>
        </a:p>
      </dgm:t>
    </dgm:pt>
    <dgm:pt modelId="{0AD32BA4-0D32-4A95-A7B5-43EDA984BB65}">
      <dgm:prSet phldrT="[Text]"/>
      <dgm:spPr/>
      <dgm:t>
        <a:bodyPr/>
        <a:lstStyle/>
        <a:p>
          <a:r>
            <a:rPr lang="en-US">
              <a:latin typeface="Arial" panose="020B0604020202020204" pitchFamily="34" charset="0"/>
              <a:cs typeface="Arial" panose="020B0604020202020204" pitchFamily="34" charset="0"/>
            </a:rPr>
            <a:t>Thiết kế Reponsive và tích hợp Prototype</a:t>
          </a:r>
        </a:p>
      </dgm:t>
    </dgm:pt>
    <dgm:pt modelId="{B8F11524-9C59-45E1-BADB-04B4B2ED4CDE}" type="parTrans" cxnId="{C16244FB-C4FC-4F65-AA8D-1D980A7B19C7}">
      <dgm:prSet/>
      <dgm:spPr/>
      <dgm:t>
        <a:bodyPr/>
        <a:lstStyle/>
        <a:p>
          <a:endParaRPr lang="en-US"/>
        </a:p>
      </dgm:t>
    </dgm:pt>
    <dgm:pt modelId="{2CE7DF40-1453-4255-A63C-9F1990001725}" type="sibTrans" cxnId="{C16244FB-C4FC-4F65-AA8D-1D980A7B19C7}">
      <dgm:prSet/>
      <dgm:spPr/>
      <dgm:t>
        <a:bodyPr/>
        <a:lstStyle/>
        <a:p>
          <a:endParaRPr lang="en-US"/>
        </a:p>
      </dgm:t>
    </dgm:pt>
    <dgm:pt modelId="{C856A120-7B3A-4D3E-A251-59F7BB7B205A}">
      <dgm:prSet phldrT="[Text]"/>
      <dgm:spPr/>
      <dgm:t>
        <a:bodyPr/>
        <a:lstStyle/>
        <a:p>
          <a:r>
            <a:rPr lang="vi-VN">
              <a:latin typeface="Arial" panose="020B0604020202020204" pitchFamily="34" charset="0"/>
              <a:cs typeface="Arial" panose="020B0604020202020204" pitchFamily="34" charset="0"/>
            </a:rPr>
            <a:t>Feedback thuận tiện</a:t>
          </a:r>
          <a:endParaRPr lang="en-US">
            <a:latin typeface="Arial" panose="020B0604020202020204" pitchFamily="34" charset="0"/>
            <a:cs typeface="Arial" panose="020B0604020202020204" pitchFamily="34" charset="0"/>
          </a:endParaRPr>
        </a:p>
      </dgm:t>
    </dgm:pt>
    <dgm:pt modelId="{1EF7BD86-F05A-42AF-8FB5-7D9DB3569D4F}" type="parTrans" cxnId="{EFCF4A67-AD49-475F-98A8-7FC22477A636}">
      <dgm:prSet/>
      <dgm:spPr/>
      <dgm:t>
        <a:bodyPr/>
        <a:lstStyle/>
        <a:p>
          <a:endParaRPr lang="en-US"/>
        </a:p>
      </dgm:t>
    </dgm:pt>
    <dgm:pt modelId="{335F8E19-635E-4228-92C0-FE141936EF64}" type="sibTrans" cxnId="{EFCF4A67-AD49-475F-98A8-7FC22477A636}">
      <dgm:prSet/>
      <dgm:spPr/>
      <dgm:t>
        <a:bodyPr/>
        <a:lstStyle/>
        <a:p>
          <a:endParaRPr lang="en-US"/>
        </a:p>
      </dgm:t>
    </dgm:pt>
    <dgm:pt modelId="{C577E3B6-9636-4C67-997D-1BD90FEA1B9B}">
      <dgm:prSet phldrT="[Text]"/>
      <dgm:spPr/>
      <dgm:t>
        <a:bodyPr/>
        <a:lstStyle/>
        <a:p>
          <a:r>
            <a:rPr lang="vi-VN">
              <a:latin typeface="Arial" panose="020B0604020202020204" pitchFamily="34" charset="0"/>
              <a:cs typeface="Arial" panose="020B0604020202020204" pitchFamily="34" charset="0"/>
            </a:rPr>
            <a:t>Kho plugin và Template khổng lồ</a:t>
          </a:r>
          <a:endParaRPr lang="en-US">
            <a:latin typeface="Arial" panose="020B0604020202020204" pitchFamily="34" charset="0"/>
            <a:cs typeface="Arial" panose="020B0604020202020204" pitchFamily="34" charset="0"/>
          </a:endParaRPr>
        </a:p>
      </dgm:t>
    </dgm:pt>
    <dgm:pt modelId="{3890E106-EF79-4101-940E-7DADD0969DC5}" type="parTrans" cxnId="{ACD5B5CF-56C8-4CC2-9CD4-72434FDF8943}">
      <dgm:prSet/>
      <dgm:spPr/>
      <dgm:t>
        <a:bodyPr/>
        <a:lstStyle/>
        <a:p>
          <a:endParaRPr lang="en-US"/>
        </a:p>
      </dgm:t>
    </dgm:pt>
    <dgm:pt modelId="{C5B2E569-63CC-4259-B69F-BB3148E7D93F}" type="sibTrans" cxnId="{ACD5B5CF-56C8-4CC2-9CD4-72434FDF8943}">
      <dgm:prSet/>
      <dgm:spPr/>
      <dgm:t>
        <a:bodyPr/>
        <a:lstStyle/>
        <a:p>
          <a:endParaRPr lang="en-US"/>
        </a:p>
      </dgm:t>
    </dgm:pt>
    <dgm:pt modelId="{B2B14382-AACB-45AB-8691-9345BD1325DA}">
      <dgm:prSet phldrT="[Text]"/>
      <dgm:spPr/>
      <dgm:t>
        <a:bodyPr/>
        <a:lstStyle/>
        <a:p>
          <a:r>
            <a:rPr lang="vi-VN" b="0">
              <a:latin typeface="Arial" panose="020B0604020202020204" pitchFamily="34" charset="0"/>
              <a:cs typeface="Arial" panose="020B0604020202020204" pitchFamily="34" charset="0"/>
            </a:rPr>
            <a:t>Xuất được đa dạng file ảnh cực sắc nét</a:t>
          </a:r>
          <a:endParaRPr lang="en-US" b="0">
            <a:latin typeface="Arial" panose="020B0604020202020204" pitchFamily="34" charset="0"/>
            <a:cs typeface="Arial" panose="020B0604020202020204" pitchFamily="34" charset="0"/>
          </a:endParaRPr>
        </a:p>
      </dgm:t>
    </dgm:pt>
    <dgm:pt modelId="{DC01C8CB-B824-436B-8C8F-75C6624B2E85}" type="parTrans" cxnId="{E1ABFA6E-615E-46FB-B609-DDF3F02D1D54}">
      <dgm:prSet/>
      <dgm:spPr/>
      <dgm:t>
        <a:bodyPr/>
        <a:lstStyle/>
        <a:p>
          <a:endParaRPr lang="en-US"/>
        </a:p>
      </dgm:t>
    </dgm:pt>
    <dgm:pt modelId="{320E90C7-3EA1-4C0E-8FB8-D4E141617297}" type="sibTrans" cxnId="{E1ABFA6E-615E-46FB-B609-DDF3F02D1D54}">
      <dgm:prSet/>
      <dgm:spPr/>
      <dgm:t>
        <a:bodyPr/>
        <a:lstStyle/>
        <a:p>
          <a:endParaRPr lang="en-US"/>
        </a:p>
      </dgm:t>
    </dgm:pt>
    <dgm:pt modelId="{CDFE8887-3D37-4210-8F2E-00E34D9BC984}">
      <dgm:prSet phldrT="[Text]"/>
      <dgm:spPr/>
      <dgm:t>
        <a:bodyPr/>
        <a:lstStyle/>
        <a:p>
          <a:endParaRPr lang="en-US" b="0">
            <a:latin typeface="Arial" panose="020B0604020202020204" pitchFamily="34" charset="0"/>
            <a:cs typeface="Arial" panose="020B0604020202020204" pitchFamily="34" charset="0"/>
          </a:endParaRPr>
        </a:p>
      </dgm:t>
    </dgm:pt>
    <dgm:pt modelId="{DB0F8B69-D432-46DF-9B60-46C74A7B0827}" type="parTrans" cxnId="{0B06FAEC-A717-4F1D-9757-38E1F8B0BEA2}">
      <dgm:prSet/>
      <dgm:spPr/>
      <dgm:t>
        <a:bodyPr/>
        <a:lstStyle/>
        <a:p>
          <a:endParaRPr lang="en-US"/>
        </a:p>
      </dgm:t>
    </dgm:pt>
    <dgm:pt modelId="{46133A44-E2E4-40A3-9933-435E36A4B567}" type="sibTrans" cxnId="{0B06FAEC-A717-4F1D-9757-38E1F8B0BEA2}">
      <dgm:prSet/>
      <dgm:spPr/>
      <dgm:t>
        <a:bodyPr/>
        <a:lstStyle/>
        <a:p>
          <a:endParaRPr lang="en-US"/>
        </a:p>
      </dgm:t>
    </dgm:pt>
    <dgm:pt modelId="{6EE41A69-709E-41F2-B303-A3C74EBFE364}">
      <dgm:prSet phldrT="[Text]"/>
      <dgm:spPr/>
      <dgm:t>
        <a:bodyPr/>
        <a:lstStyle/>
        <a:p>
          <a:r>
            <a:rPr lang="vi-VN">
              <a:latin typeface="Arial" panose="020B0604020202020204" pitchFamily="34" charset="0"/>
              <a:cs typeface="Arial" panose="020B0604020202020204" pitchFamily="34" charset="0"/>
            </a:rPr>
            <a:t>Một số tính năng nâng cao chỉ có ở phiên bản trả phí</a:t>
          </a:r>
          <a:endParaRPr lang="en-US">
            <a:latin typeface="Arial" panose="020B0604020202020204" pitchFamily="34" charset="0"/>
            <a:cs typeface="Arial" panose="020B0604020202020204" pitchFamily="34" charset="0"/>
          </a:endParaRPr>
        </a:p>
      </dgm:t>
    </dgm:pt>
    <dgm:pt modelId="{B5657580-F9E0-45B0-91E0-730A05B09281}" type="parTrans" cxnId="{EF57C232-486F-4DA4-B1C2-029C57BD0BE4}">
      <dgm:prSet/>
      <dgm:spPr/>
      <dgm:t>
        <a:bodyPr/>
        <a:lstStyle/>
        <a:p>
          <a:endParaRPr lang="en-US"/>
        </a:p>
      </dgm:t>
    </dgm:pt>
    <dgm:pt modelId="{F5D2EF81-409D-4495-A029-F091CD6212BD}" type="sibTrans" cxnId="{EF57C232-486F-4DA4-B1C2-029C57BD0BE4}">
      <dgm:prSet/>
      <dgm:spPr/>
      <dgm:t>
        <a:bodyPr/>
        <a:lstStyle/>
        <a:p>
          <a:endParaRPr lang="en-US"/>
        </a:p>
      </dgm:t>
    </dgm:pt>
    <dgm:pt modelId="{CABF4594-8048-458B-961D-9A69CA22834C}">
      <dgm:prSet phldrT="[Text]"/>
      <dgm:spPr/>
      <dgm:t>
        <a:bodyPr/>
        <a:lstStyle/>
        <a:p>
          <a:r>
            <a:rPr lang="en-US">
              <a:latin typeface="Arial" panose="020B0604020202020204" pitchFamily="34" charset="0"/>
              <a:cs typeface="Arial" panose="020B0604020202020204" pitchFamily="34" charset="0"/>
            </a:rPr>
            <a:t>Giới hạn khả năng làm việc offline và xuất file</a:t>
          </a:r>
        </a:p>
      </dgm:t>
    </dgm:pt>
    <dgm:pt modelId="{70CD5D2A-606D-4101-8386-1112A5D7E1AE}" type="parTrans" cxnId="{ABB292E7-F970-4CF2-94EF-462D78C68D22}">
      <dgm:prSet/>
      <dgm:spPr/>
      <dgm:t>
        <a:bodyPr/>
        <a:lstStyle/>
        <a:p>
          <a:endParaRPr lang="en-US"/>
        </a:p>
      </dgm:t>
    </dgm:pt>
    <dgm:pt modelId="{C0789AE8-F52B-47B1-AEAB-B892CDA8346F}" type="sibTrans" cxnId="{ABB292E7-F970-4CF2-94EF-462D78C68D22}">
      <dgm:prSet/>
      <dgm:spPr/>
      <dgm:t>
        <a:bodyPr/>
        <a:lstStyle/>
        <a:p>
          <a:endParaRPr lang="en-US"/>
        </a:p>
      </dgm:t>
    </dgm:pt>
    <dgm:pt modelId="{6E184885-AA03-443F-99FE-53BCFB131AC8}">
      <dgm:prSet phldrT="[Text]"/>
      <dgm:spPr/>
      <dgm:t>
        <a:bodyPr/>
        <a:lstStyle/>
        <a:p>
          <a:r>
            <a:rPr lang="en-US">
              <a:latin typeface="Arial" panose="020B0604020202020204" pitchFamily="34" charset="0"/>
              <a:cs typeface="Arial" panose="020B0604020202020204" pitchFamily="34" charset="0"/>
            </a:rPr>
            <a:t>Hạn chế về công cụ chỉnh sửa ảnh và đồ họa vector nâng cao</a:t>
          </a:r>
        </a:p>
      </dgm:t>
    </dgm:pt>
    <dgm:pt modelId="{B63A3E36-2000-4F38-99D2-8168E69D4472}" type="parTrans" cxnId="{22135EAF-54C0-4C99-8C15-462E1D4DAECA}">
      <dgm:prSet/>
      <dgm:spPr/>
      <dgm:t>
        <a:bodyPr/>
        <a:lstStyle/>
        <a:p>
          <a:endParaRPr lang="en-US"/>
        </a:p>
      </dgm:t>
    </dgm:pt>
    <dgm:pt modelId="{F01F3E48-607D-410A-B092-AC0AB77AA421}" type="sibTrans" cxnId="{22135EAF-54C0-4C99-8C15-462E1D4DAECA}">
      <dgm:prSet/>
      <dgm:spPr/>
      <dgm:t>
        <a:bodyPr/>
        <a:lstStyle/>
        <a:p>
          <a:endParaRPr lang="en-US"/>
        </a:p>
      </dgm:t>
    </dgm:pt>
    <dgm:pt modelId="{318A4A6E-B8C5-4D82-82FE-88DCB0EDCA57}" type="pres">
      <dgm:prSet presAssocID="{12B94B1A-7A08-4AF0-BAF4-F6A20265F461}" presName="Name0" presStyleCnt="0">
        <dgm:presLayoutVars>
          <dgm:dir/>
          <dgm:animLvl val="lvl"/>
          <dgm:resizeHandles val="exact"/>
        </dgm:presLayoutVars>
      </dgm:prSet>
      <dgm:spPr/>
    </dgm:pt>
    <dgm:pt modelId="{85A6F3CB-23CA-4737-9853-433DA3E8DB5F}" type="pres">
      <dgm:prSet presAssocID="{99F8F446-9D86-4930-B512-72BDE8CD92EA}" presName="composite" presStyleCnt="0"/>
      <dgm:spPr/>
    </dgm:pt>
    <dgm:pt modelId="{32FA380D-98F9-490F-B631-A7E7F7A6E12C}" type="pres">
      <dgm:prSet presAssocID="{99F8F446-9D86-4930-B512-72BDE8CD92EA}" presName="parTx" presStyleLbl="alignNode1" presStyleIdx="0" presStyleCnt="2">
        <dgm:presLayoutVars>
          <dgm:chMax val="0"/>
          <dgm:chPref val="0"/>
          <dgm:bulletEnabled val="1"/>
        </dgm:presLayoutVars>
      </dgm:prSet>
      <dgm:spPr/>
    </dgm:pt>
    <dgm:pt modelId="{7659AFB6-8843-47CB-B92B-9F1E11862D9E}" type="pres">
      <dgm:prSet presAssocID="{99F8F446-9D86-4930-B512-72BDE8CD92EA}" presName="desTx" presStyleLbl="alignAccFollowNode1" presStyleIdx="0" presStyleCnt="2">
        <dgm:presLayoutVars>
          <dgm:bulletEnabled val="1"/>
        </dgm:presLayoutVars>
      </dgm:prSet>
      <dgm:spPr/>
    </dgm:pt>
    <dgm:pt modelId="{8FDB0967-D0F5-4E3D-8F96-0BB8C8D6E04B}" type="pres">
      <dgm:prSet presAssocID="{8C5C4CA8-386C-45F3-8DCA-33ACA21951A2}" presName="space" presStyleCnt="0"/>
      <dgm:spPr/>
    </dgm:pt>
    <dgm:pt modelId="{41BE2E0C-DB01-428F-B7AD-5EF026568CC6}" type="pres">
      <dgm:prSet presAssocID="{3F5E1AB9-208A-406E-855C-A5E72ED97E89}" presName="composite" presStyleCnt="0"/>
      <dgm:spPr/>
    </dgm:pt>
    <dgm:pt modelId="{5B0B71E5-D352-4746-8D10-5C72A7D42E28}" type="pres">
      <dgm:prSet presAssocID="{3F5E1AB9-208A-406E-855C-A5E72ED97E89}" presName="parTx" presStyleLbl="alignNode1" presStyleIdx="1" presStyleCnt="2">
        <dgm:presLayoutVars>
          <dgm:chMax val="0"/>
          <dgm:chPref val="0"/>
          <dgm:bulletEnabled val="1"/>
        </dgm:presLayoutVars>
      </dgm:prSet>
      <dgm:spPr/>
    </dgm:pt>
    <dgm:pt modelId="{F723D88F-528A-4751-8D04-75CA60AE6355}" type="pres">
      <dgm:prSet presAssocID="{3F5E1AB9-208A-406E-855C-A5E72ED97E89}" presName="desTx" presStyleLbl="alignAccFollowNode1" presStyleIdx="1" presStyleCnt="2">
        <dgm:presLayoutVars>
          <dgm:bulletEnabled val="1"/>
        </dgm:presLayoutVars>
      </dgm:prSet>
      <dgm:spPr/>
    </dgm:pt>
  </dgm:ptLst>
  <dgm:cxnLst>
    <dgm:cxn modelId="{15523D0D-8867-4CFB-B8AB-CC6F09D9FD3D}" srcId="{3F5E1AB9-208A-406E-855C-A5E72ED97E89}" destId="{B1CB59AE-FB63-4D51-BF3F-3EF616417C1C}" srcOrd="0" destOrd="0" parTransId="{832AAFCD-D438-404E-A31D-C43D8881238A}" sibTransId="{389BB5F6-3FC6-4BFF-B361-6F71F2AA9B33}"/>
    <dgm:cxn modelId="{61981E14-87F5-428F-8552-A9F763E95308}" type="presOf" srcId="{CABF4594-8048-458B-961D-9A69CA22834C}" destId="{F723D88F-528A-4751-8D04-75CA60AE6355}" srcOrd="0" destOrd="3" presId="urn:microsoft.com/office/officeart/2005/8/layout/hList1"/>
    <dgm:cxn modelId="{759E1022-F308-476F-AB6C-2A106EA5FA71}" srcId="{3F5E1AB9-208A-406E-855C-A5E72ED97E89}" destId="{6491AB26-4CB1-4B22-B1EB-A91ECA0F323B}" srcOrd="1" destOrd="0" parTransId="{331E89D6-8B38-48E8-97B1-1AFA7004DA48}" sibTransId="{B6568069-A8E2-4FD2-B30F-DDFAAAE00ABB}"/>
    <dgm:cxn modelId="{1EBB0E2E-B208-4150-9FAD-770518EFCB17}" type="presOf" srcId="{3F5E1AB9-208A-406E-855C-A5E72ED97E89}" destId="{5B0B71E5-D352-4746-8D10-5C72A7D42E28}" srcOrd="0" destOrd="0" presId="urn:microsoft.com/office/officeart/2005/8/layout/hList1"/>
    <dgm:cxn modelId="{EF57C232-486F-4DA4-B1C2-029C57BD0BE4}" srcId="{3F5E1AB9-208A-406E-855C-A5E72ED97E89}" destId="{6EE41A69-709E-41F2-B303-A3C74EBFE364}" srcOrd="2" destOrd="0" parTransId="{B5657580-F9E0-45B0-91E0-730A05B09281}" sibTransId="{F5D2EF81-409D-4495-A029-F091CD6212BD}"/>
    <dgm:cxn modelId="{27DA613E-2CBD-4B4C-9C46-98DFDF6F5DA2}" type="presOf" srcId="{D2E786E0-1948-47AD-B83D-A611C84524A2}" destId="{7659AFB6-8843-47CB-B92B-9F1E11862D9E}" srcOrd="0" destOrd="0" presId="urn:microsoft.com/office/officeart/2005/8/layout/hList1"/>
    <dgm:cxn modelId="{ABA0C940-2514-432E-AFE4-5144CAC4AEBC}" type="presOf" srcId="{31F23865-7BA2-44E9-96BA-1C3B4DE1B0F5}" destId="{7659AFB6-8843-47CB-B92B-9F1E11862D9E}" srcOrd="0" destOrd="1" presId="urn:microsoft.com/office/officeart/2005/8/layout/hList1"/>
    <dgm:cxn modelId="{ECD5795B-EF91-475E-AD71-77AD55EA92E3}" srcId="{12B94B1A-7A08-4AF0-BAF4-F6A20265F461}" destId="{3F5E1AB9-208A-406E-855C-A5E72ED97E89}" srcOrd="1" destOrd="0" parTransId="{37729F70-87A2-48B1-8D57-81FC974E5B82}" sibTransId="{2FD0A005-B6BE-4BA6-B6A6-33AA04C48D96}"/>
    <dgm:cxn modelId="{EFCF4A67-AD49-475F-98A8-7FC22477A636}" srcId="{99F8F446-9D86-4930-B512-72BDE8CD92EA}" destId="{C856A120-7B3A-4D3E-A251-59F7BB7B205A}" srcOrd="4" destOrd="0" parTransId="{1EF7BD86-F05A-42AF-8FB5-7D9DB3569D4F}" sibTransId="{335F8E19-635E-4228-92C0-FE141936EF64}"/>
    <dgm:cxn modelId="{5155666A-150C-4F4D-BABA-B0BF02345362}" type="presOf" srcId="{99F8F446-9D86-4930-B512-72BDE8CD92EA}" destId="{32FA380D-98F9-490F-B631-A7E7F7A6E12C}" srcOrd="0" destOrd="0" presId="urn:microsoft.com/office/officeart/2005/8/layout/hList1"/>
    <dgm:cxn modelId="{1545826D-EDF3-42B2-85D3-6DF54C334690}" type="presOf" srcId="{C856A120-7B3A-4D3E-A251-59F7BB7B205A}" destId="{7659AFB6-8843-47CB-B92B-9F1E11862D9E}" srcOrd="0" destOrd="4" presId="urn:microsoft.com/office/officeart/2005/8/layout/hList1"/>
    <dgm:cxn modelId="{E1ABFA6E-615E-46FB-B609-DDF3F02D1D54}" srcId="{99F8F446-9D86-4930-B512-72BDE8CD92EA}" destId="{B2B14382-AACB-45AB-8691-9345BD1325DA}" srcOrd="6" destOrd="0" parTransId="{DC01C8CB-B824-436B-8C8F-75C6624B2E85}" sibTransId="{320E90C7-3EA1-4C0E-8FB8-D4E141617297}"/>
    <dgm:cxn modelId="{A1A63172-7860-4A1E-B9EB-7C80917004A1}" type="presOf" srcId="{B1CB59AE-FB63-4D51-BF3F-3EF616417C1C}" destId="{F723D88F-528A-4751-8D04-75CA60AE6355}" srcOrd="0" destOrd="0" presId="urn:microsoft.com/office/officeart/2005/8/layout/hList1"/>
    <dgm:cxn modelId="{7C668176-61C8-477E-A836-E22FB44CA586}" type="presOf" srcId="{B2B14382-AACB-45AB-8691-9345BD1325DA}" destId="{7659AFB6-8843-47CB-B92B-9F1E11862D9E}" srcOrd="0" destOrd="6" presId="urn:microsoft.com/office/officeart/2005/8/layout/hList1"/>
    <dgm:cxn modelId="{EB3FCF83-E80C-4977-8B60-4DA6CCC11CC4}" type="presOf" srcId="{6E184885-AA03-443F-99FE-53BCFB131AC8}" destId="{F723D88F-528A-4751-8D04-75CA60AE6355}" srcOrd="0" destOrd="4" presId="urn:microsoft.com/office/officeart/2005/8/layout/hList1"/>
    <dgm:cxn modelId="{48593696-D67C-4BC1-8938-3320E04B63B1}" type="presOf" srcId="{C577E3B6-9636-4C67-997D-1BD90FEA1B9B}" destId="{7659AFB6-8843-47CB-B92B-9F1E11862D9E}" srcOrd="0" destOrd="5" presId="urn:microsoft.com/office/officeart/2005/8/layout/hList1"/>
    <dgm:cxn modelId="{22C79A9C-5115-4029-99B4-737239836184}" srcId="{99F8F446-9D86-4930-B512-72BDE8CD92EA}" destId="{D2E786E0-1948-47AD-B83D-A611C84524A2}" srcOrd="0" destOrd="0" parTransId="{BED07A11-FFAE-428C-B5D3-23E85AEFF247}" sibTransId="{FA672EC6-5495-4F65-9D29-039F60651C5E}"/>
    <dgm:cxn modelId="{F9DF689E-0B84-4A50-BD51-F54530BCC289}" type="presOf" srcId="{12B94B1A-7A08-4AF0-BAF4-F6A20265F461}" destId="{318A4A6E-B8C5-4D82-82FE-88DCB0EDCA57}" srcOrd="0" destOrd="0" presId="urn:microsoft.com/office/officeart/2005/8/layout/hList1"/>
    <dgm:cxn modelId="{A43844AC-5AB5-4B64-9795-9EF02B7B08CA}" type="presOf" srcId="{6491AB26-4CB1-4B22-B1EB-A91ECA0F323B}" destId="{F723D88F-528A-4751-8D04-75CA60AE6355}" srcOrd="0" destOrd="1" presId="urn:microsoft.com/office/officeart/2005/8/layout/hList1"/>
    <dgm:cxn modelId="{22135EAF-54C0-4C99-8C15-462E1D4DAECA}" srcId="{3F5E1AB9-208A-406E-855C-A5E72ED97E89}" destId="{6E184885-AA03-443F-99FE-53BCFB131AC8}" srcOrd="4" destOrd="0" parTransId="{B63A3E36-2000-4F38-99D2-8168E69D4472}" sibTransId="{F01F3E48-607D-410A-B092-AC0AB77AA421}"/>
    <dgm:cxn modelId="{A1E65BB1-B499-4ADB-A366-3B2B56C97E62}" type="presOf" srcId="{6EE41A69-709E-41F2-B303-A3C74EBFE364}" destId="{F723D88F-528A-4751-8D04-75CA60AE6355}" srcOrd="0" destOrd="2" presId="urn:microsoft.com/office/officeart/2005/8/layout/hList1"/>
    <dgm:cxn modelId="{7B266FC8-DB8A-48C9-82F4-E1FFAC22B7E7}" type="presOf" srcId="{2B0AF3C8-C666-477F-9F10-2590BAF2C36E}" destId="{7659AFB6-8843-47CB-B92B-9F1E11862D9E}" srcOrd="0" destOrd="2" presId="urn:microsoft.com/office/officeart/2005/8/layout/hList1"/>
    <dgm:cxn modelId="{ACD5B5CF-56C8-4CC2-9CD4-72434FDF8943}" srcId="{99F8F446-9D86-4930-B512-72BDE8CD92EA}" destId="{C577E3B6-9636-4C67-997D-1BD90FEA1B9B}" srcOrd="5" destOrd="0" parTransId="{3890E106-EF79-4101-940E-7DADD0969DC5}" sibTransId="{C5B2E569-63CC-4259-B69F-BB3148E7D93F}"/>
    <dgm:cxn modelId="{3AB9CDDB-8890-4552-853E-9C46845D6D1E}" srcId="{99F8F446-9D86-4930-B512-72BDE8CD92EA}" destId="{31F23865-7BA2-44E9-96BA-1C3B4DE1B0F5}" srcOrd="1" destOrd="0" parTransId="{827B5969-B815-4B06-9617-5825EA6213FE}" sibTransId="{23D6D51E-FFCB-44D7-B5BC-2F1EEE02BC7D}"/>
    <dgm:cxn modelId="{ABB292E7-F970-4CF2-94EF-462D78C68D22}" srcId="{3F5E1AB9-208A-406E-855C-A5E72ED97E89}" destId="{CABF4594-8048-458B-961D-9A69CA22834C}" srcOrd="3" destOrd="0" parTransId="{70CD5D2A-606D-4101-8386-1112A5D7E1AE}" sibTransId="{C0789AE8-F52B-47B1-AEAB-B892CDA8346F}"/>
    <dgm:cxn modelId="{16BCAEE8-DB14-49B8-A111-7E47D86ED846}" type="presOf" srcId="{0AD32BA4-0D32-4A95-A7B5-43EDA984BB65}" destId="{7659AFB6-8843-47CB-B92B-9F1E11862D9E}" srcOrd="0" destOrd="3" presId="urn:microsoft.com/office/officeart/2005/8/layout/hList1"/>
    <dgm:cxn modelId="{0B06FAEC-A717-4F1D-9757-38E1F8B0BEA2}" srcId="{99F8F446-9D86-4930-B512-72BDE8CD92EA}" destId="{CDFE8887-3D37-4210-8F2E-00E34D9BC984}" srcOrd="7" destOrd="0" parTransId="{DB0F8B69-D432-46DF-9B60-46C74A7B0827}" sibTransId="{46133A44-E2E4-40A3-9933-435E36A4B567}"/>
    <dgm:cxn modelId="{8DC8C7F0-1CF2-469B-B149-CEA584ACB026}" srcId="{99F8F446-9D86-4930-B512-72BDE8CD92EA}" destId="{2B0AF3C8-C666-477F-9F10-2590BAF2C36E}" srcOrd="2" destOrd="0" parTransId="{4D1CDFD5-75EC-4339-AE12-C39AF8397B8C}" sibTransId="{BA4B6E2D-5821-4704-BE4A-6EEDD6E86BF1}"/>
    <dgm:cxn modelId="{ADD863F6-302B-4200-82BA-AB475595F19B}" type="presOf" srcId="{CDFE8887-3D37-4210-8F2E-00E34D9BC984}" destId="{7659AFB6-8843-47CB-B92B-9F1E11862D9E}" srcOrd="0" destOrd="7" presId="urn:microsoft.com/office/officeart/2005/8/layout/hList1"/>
    <dgm:cxn modelId="{C16244FB-C4FC-4F65-AA8D-1D980A7B19C7}" srcId="{99F8F446-9D86-4930-B512-72BDE8CD92EA}" destId="{0AD32BA4-0D32-4A95-A7B5-43EDA984BB65}" srcOrd="3" destOrd="0" parTransId="{B8F11524-9C59-45E1-BADB-04B4B2ED4CDE}" sibTransId="{2CE7DF40-1453-4255-A63C-9F1990001725}"/>
    <dgm:cxn modelId="{912870FC-9B5C-436C-A11F-CCEE1324AC87}" srcId="{12B94B1A-7A08-4AF0-BAF4-F6A20265F461}" destId="{99F8F446-9D86-4930-B512-72BDE8CD92EA}" srcOrd="0" destOrd="0" parTransId="{E98C7C85-81AF-4838-AE6E-104525936A92}" sibTransId="{8C5C4CA8-386C-45F3-8DCA-33ACA21951A2}"/>
    <dgm:cxn modelId="{19B45A6B-6319-478F-9041-DA14C61547BB}" type="presParOf" srcId="{318A4A6E-B8C5-4D82-82FE-88DCB0EDCA57}" destId="{85A6F3CB-23CA-4737-9853-433DA3E8DB5F}" srcOrd="0" destOrd="0" presId="urn:microsoft.com/office/officeart/2005/8/layout/hList1"/>
    <dgm:cxn modelId="{349BB131-01F2-4258-B279-5D00AA415ECC}" type="presParOf" srcId="{85A6F3CB-23CA-4737-9853-433DA3E8DB5F}" destId="{32FA380D-98F9-490F-B631-A7E7F7A6E12C}" srcOrd="0" destOrd="0" presId="urn:microsoft.com/office/officeart/2005/8/layout/hList1"/>
    <dgm:cxn modelId="{60D60610-0176-4E35-B47E-A499EF2908B8}" type="presParOf" srcId="{85A6F3CB-23CA-4737-9853-433DA3E8DB5F}" destId="{7659AFB6-8843-47CB-B92B-9F1E11862D9E}" srcOrd="1" destOrd="0" presId="urn:microsoft.com/office/officeart/2005/8/layout/hList1"/>
    <dgm:cxn modelId="{80EE6837-B44B-4D41-BCC8-9E30B21794DE}" type="presParOf" srcId="{318A4A6E-B8C5-4D82-82FE-88DCB0EDCA57}" destId="{8FDB0967-D0F5-4E3D-8F96-0BB8C8D6E04B}" srcOrd="1" destOrd="0" presId="urn:microsoft.com/office/officeart/2005/8/layout/hList1"/>
    <dgm:cxn modelId="{16967E30-BE6E-4BE3-A8F0-F094CE76B1B8}" type="presParOf" srcId="{318A4A6E-B8C5-4D82-82FE-88DCB0EDCA57}" destId="{41BE2E0C-DB01-428F-B7AD-5EF026568CC6}" srcOrd="2" destOrd="0" presId="urn:microsoft.com/office/officeart/2005/8/layout/hList1"/>
    <dgm:cxn modelId="{FB8EF2DE-8C4F-436F-B898-F04D38124D43}" type="presParOf" srcId="{41BE2E0C-DB01-428F-B7AD-5EF026568CC6}" destId="{5B0B71E5-D352-4746-8D10-5C72A7D42E28}" srcOrd="0" destOrd="0" presId="urn:microsoft.com/office/officeart/2005/8/layout/hList1"/>
    <dgm:cxn modelId="{06B29388-A128-4F61-85D8-49F6ED059053}" type="presParOf" srcId="{41BE2E0C-DB01-428F-B7AD-5EF026568CC6}" destId="{F723D88F-528A-4751-8D04-75CA60AE635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FA380D-98F9-490F-B631-A7E7F7A6E12C}">
      <dsp:nvSpPr>
        <dsp:cNvPr id="0" name=""/>
        <dsp:cNvSpPr/>
      </dsp:nvSpPr>
      <dsp:spPr>
        <a:xfrm>
          <a:off x="53" y="148158"/>
          <a:ext cx="5118236" cy="1035779"/>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dk1">
              <a:shade val="8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1376" tIns="195072" rIns="341376" bIns="195072" numCol="1" spcCol="1270" anchor="ctr" anchorCtr="0">
          <a:noAutofit/>
        </a:bodyPr>
        <a:lstStyle/>
        <a:p>
          <a:pPr marL="0" lvl="0" indent="0" algn="ctr" defTabSz="2133600">
            <a:lnSpc>
              <a:spcPct val="90000"/>
            </a:lnSpc>
            <a:spcBef>
              <a:spcPct val="0"/>
            </a:spcBef>
            <a:spcAft>
              <a:spcPct val="35000"/>
            </a:spcAft>
            <a:buNone/>
          </a:pPr>
          <a:r>
            <a:rPr lang="vi-VN" sz="4800" kern="1200">
              <a:latin typeface="Arial" panose="020B0604020202020204" pitchFamily="34" charset="0"/>
              <a:cs typeface="Arial" panose="020B0604020202020204" pitchFamily="34" charset="0"/>
            </a:rPr>
            <a:t>Ưu điểm</a:t>
          </a:r>
          <a:endParaRPr lang="en-US" sz="4800" kern="1200">
            <a:latin typeface="Arial" panose="020B0604020202020204" pitchFamily="34" charset="0"/>
            <a:cs typeface="Arial" panose="020B0604020202020204" pitchFamily="34" charset="0"/>
          </a:endParaRPr>
        </a:p>
      </dsp:txBody>
      <dsp:txXfrm>
        <a:off x="53" y="148158"/>
        <a:ext cx="5118236" cy="1035779"/>
      </dsp:txXfrm>
    </dsp:sp>
    <dsp:sp modelId="{7659AFB6-8843-47CB-B92B-9F1E11862D9E}">
      <dsp:nvSpPr>
        <dsp:cNvPr id="0" name=""/>
        <dsp:cNvSpPr/>
      </dsp:nvSpPr>
      <dsp:spPr>
        <a:xfrm>
          <a:off x="53" y="1183938"/>
          <a:ext cx="5118236" cy="2964599"/>
        </a:xfrm>
        <a:prstGeom prst="rect">
          <a:avLst/>
        </a:prstGeom>
        <a:solidFill>
          <a:schemeClr val="lt1">
            <a:alpha val="90000"/>
            <a:tint val="40000"/>
            <a:hueOff val="0"/>
            <a:satOff val="0"/>
            <a:lumOff val="0"/>
            <a:alphaOff val="0"/>
          </a:schemeClr>
        </a:solidFill>
        <a:ln w="6350" cap="flat" cmpd="sng" algn="ctr">
          <a:solidFill>
            <a:schemeClr val="dk1">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vi-VN" sz="2000" kern="1200">
              <a:latin typeface="Arial" panose="020B0604020202020204" pitchFamily="34" charset="0"/>
              <a:cs typeface="Arial" panose="020B0604020202020204" pitchFamily="34" charset="0"/>
            </a:rPr>
            <a:t>Cộng tác thời gian thực</a:t>
          </a:r>
          <a:endParaRPr lang="en-US" sz="2000" kern="1200">
            <a:latin typeface="Arial" panose="020B0604020202020204" pitchFamily="34" charset="0"/>
            <a:cs typeface="Arial" panose="020B0604020202020204" pitchFamily="34" charset="0"/>
          </a:endParaRPr>
        </a:p>
        <a:p>
          <a:pPr marL="228600" lvl="1" indent="-228600" algn="l" defTabSz="889000">
            <a:lnSpc>
              <a:spcPct val="90000"/>
            </a:lnSpc>
            <a:spcBef>
              <a:spcPct val="0"/>
            </a:spcBef>
            <a:spcAft>
              <a:spcPct val="15000"/>
            </a:spcAft>
            <a:buChar char="•"/>
          </a:pPr>
          <a:r>
            <a:rPr lang="vi-VN" sz="2000" kern="1200">
              <a:latin typeface="Arial" panose="020B0604020202020204" pitchFamily="34" charset="0"/>
              <a:cs typeface="Arial" panose="020B0604020202020204" pitchFamily="34" charset="0"/>
            </a:rPr>
            <a:t>Hỗ trợ lưu trữ đám mây</a:t>
          </a:r>
          <a:endParaRPr lang="en-US" sz="2000" kern="1200">
            <a:latin typeface="Arial" panose="020B0604020202020204" pitchFamily="34" charset="0"/>
            <a:cs typeface="Arial" panose="020B0604020202020204" pitchFamily="34" charset="0"/>
          </a:endParaRPr>
        </a:p>
        <a:p>
          <a:pPr marL="228600" lvl="1" indent="-228600" algn="l" defTabSz="889000">
            <a:lnSpc>
              <a:spcPct val="90000"/>
            </a:lnSpc>
            <a:spcBef>
              <a:spcPct val="0"/>
            </a:spcBef>
            <a:spcAft>
              <a:spcPct val="15000"/>
            </a:spcAft>
            <a:buChar char="•"/>
          </a:pPr>
          <a:r>
            <a:rPr lang="vi-VN" sz="2000" kern="1200">
              <a:latin typeface="Arial" panose="020B0604020202020204" pitchFamily="34" charset="0"/>
              <a:cs typeface="Arial" panose="020B0604020202020204" pitchFamily="34" charset="0"/>
            </a:rPr>
            <a:t>Khả năng tương thích cao</a:t>
          </a:r>
          <a:endParaRPr lang="en-US" sz="2000" kern="1200">
            <a:latin typeface="Arial" panose="020B0604020202020204" pitchFamily="34" charset="0"/>
            <a:cs typeface="Arial" panose="020B0604020202020204" pitchFamily="34" charset="0"/>
          </a:endParaRPr>
        </a:p>
        <a:p>
          <a:pPr marL="228600" lvl="1" indent="-228600" algn="l" defTabSz="889000">
            <a:lnSpc>
              <a:spcPct val="90000"/>
            </a:lnSpc>
            <a:spcBef>
              <a:spcPct val="0"/>
            </a:spcBef>
            <a:spcAft>
              <a:spcPct val="15000"/>
            </a:spcAft>
            <a:buChar char="•"/>
          </a:pPr>
          <a:r>
            <a:rPr lang="en-US" sz="2000" kern="1200">
              <a:latin typeface="Arial" panose="020B0604020202020204" pitchFamily="34" charset="0"/>
              <a:cs typeface="Arial" panose="020B0604020202020204" pitchFamily="34" charset="0"/>
            </a:rPr>
            <a:t>Thiết kế Reponsive và tích hợp Prototype</a:t>
          </a:r>
        </a:p>
        <a:p>
          <a:pPr marL="228600" lvl="1" indent="-228600" algn="l" defTabSz="889000">
            <a:lnSpc>
              <a:spcPct val="90000"/>
            </a:lnSpc>
            <a:spcBef>
              <a:spcPct val="0"/>
            </a:spcBef>
            <a:spcAft>
              <a:spcPct val="15000"/>
            </a:spcAft>
            <a:buChar char="•"/>
          </a:pPr>
          <a:r>
            <a:rPr lang="vi-VN" sz="2000" kern="1200">
              <a:latin typeface="Arial" panose="020B0604020202020204" pitchFamily="34" charset="0"/>
              <a:cs typeface="Arial" panose="020B0604020202020204" pitchFamily="34" charset="0"/>
            </a:rPr>
            <a:t>Feedback thuận tiện</a:t>
          </a:r>
          <a:endParaRPr lang="en-US" sz="2000" kern="1200">
            <a:latin typeface="Arial" panose="020B0604020202020204" pitchFamily="34" charset="0"/>
            <a:cs typeface="Arial" panose="020B0604020202020204" pitchFamily="34" charset="0"/>
          </a:endParaRPr>
        </a:p>
        <a:p>
          <a:pPr marL="228600" lvl="1" indent="-228600" algn="l" defTabSz="889000">
            <a:lnSpc>
              <a:spcPct val="90000"/>
            </a:lnSpc>
            <a:spcBef>
              <a:spcPct val="0"/>
            </a:spcBef>
            <a:spcAft>
              <a:spcPct val="15000"/>
            </a:spcAft>
            <a:buChar char="•"/>
          </a:pPr>
          <a:r>
            <a:rPr lang="vi-VN" sz="2000" kern="1200">
              <a:latin typeface="Arial" panose="020B0604020202020204" pitchFamily="34" charset="0"/>
              <a:cs typeface="Arial" panose="020B0604020202020204" pitchFamily="34" charset="0"/>
            </a:rPr>
            <a:t>Kho plugin và Template khổng lồ</a:t>
          </a:r>
          <a:endParaRPr lang="en-US" sz="2000" kern="1200">
            <a:latin typeface="Arial" panose="020B0604020202020204" pitchFamily="34" charset="0"/>
            <a:cs typeface="Arial" panose="020B0604020202020204" pitchFamily="34" charset="0"/>
          </a:endParaRPr>
        </a:p>
        <a:p>
          <a:pPr marL="228600" lvl="1" indent="-228600" algn="l" defTabSz="889000">
            <a:lnSpc>
              <a:spcPct val="90000"/>
            </a:lnSpc>
            <a:spcBef>
              <a:spcPct val="0"/>
            </a:spcBef>
            <a:spcAft>
              <a:spcPct val="15000"/>
            </a:spcAft>
            <a:buChar char="•"/>
          </a:pPr>
          <a:r>
            <a:rPr lang="vi-VN" sz="2000" b="0" kern="1200">
              <a:latin typeface="Arial" panose="020B0604020202020204" pitchFamily="34" charset="0"/>
              <a:cs typeface="Arial" panose="020B0604020202020204" pitchFamily="34" charset="0"/>
            </a:rPr>
            <a:t>Xuất được đa dạng file ảnh cực sắc nét</a:t>
          </a:r>
          <a:endParaRPr lang="en-US" sz="2000" b="0" kern="1200">
            <a:latin typeface="Arial" panose="020B0604020202020204" pitchFamily="34" charset="0"/>
            <a:cs typeface="Arial" panose="020B0604020202020204" pitchFamily="34" charset="0"/>
          </a:endParaRPr>
        </a:p>
        <a:p>
          <a:pPr marL="228600" lvl="1" indent="-228600" algn="l" defTabSz="889000">
            <a:lnSpc>
              <a:spcPct val="90000"/>
            </a:lnSpc>
            <a:spcBef>
              <a:spcPct val="0"/>
            </a:spcBef>
            <a:spcAft>
              <a:spcPct val="15000"/>
            </a:spcAft>
            <a:buChar char="•"/>
          </a:pPr>
          <a:endParaRPr lang="en-US" sz="2000" b="0" kern="1200">
            <a:latin typeface="Arial" panose="020B0604020202020204" pitchFamily="34" charset="0"/>
            <a:cs typeface="Arial" panose="020B0604020202020204" pitchFamily="34" charset="0"/>
          </a:endParaRPr>
        </a:p>
      </dsp:txBody>
      <dsp:txXfrm>
        <a:off x="53" y="1183938"/>
        <a:ext cx="5118236" cy="2964599"/>
      </dsp:txXfrm>
    </dsp:sp>
    <dsp:sp modelId="{5B0B71E5-D352-4746-8D10-5C72A7D42E28}">
      <dsp:nvSpPr>
        <dsp:cNvPr id="0" name=""/>
        <dsp:cNvSpPr/>
      </dsp:nvSpPr>
      <dsp:spPr>
        <a:xfrm>
          <a:off x="5834843" y="148158"/>
          <a:ext cx="5118236" cy="1035779"/>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dk1">
              <a:shade val="8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1376" tIns="195072" rIns="341376" bIns="195072" numCol="1" spcCol="1270" anchor="ctr" anchorCtr="0">
          <a:noAutofit/>
        </a:bodyPr>
        <a:lstStyle/>
        <a:p>
          <a:pPr marL="0" lvl="0" indent="0" algn="ctr" defTabSz="2133600">
            <a:lnSpc>
              <a:spcPct val="90000"/>
            </a:lnSpc>
            <a:spcBef>
              <a:spcPct val="0"/>
            </a:spcBef>
            <a:spcAft>
              <a:spcPct val="35000"/>
            </a:spcAft>
            <a:buNone/>
          </a:pPr>
          <a:r>
            <a:rPr lang="vi-VN" sz="4800" kern="1200">
              <a:latin typeface="Arial" panose="020B0604020202020204" pitchFamily="34" charset="0"/>
              <a:cs typeface="Arial" panose="020B0604020202020204" pitchFamily="34" charset="0"/>
            </a:rPr>
            <a:t>Nhược điểm</a:t>
          </a:r>
          <a:endParaRPr lang="en-US" sz="4800" kern="1200">
            <a:latin typeface="Arial" panose="020B0604020202020204" pitchFamily="34" charset="0"/>
            <a:cs typeface="Arial" panose="020B0604020202020204" pitchFamily="34" charset="0"/>
          </a:endParaRPr>
        </a:p>
      </dsp:txBody>
      <dsp:txXfrm>
        <a:off x="5834843" y="148158"/>
        <a:ext cx="5118236" cy="1035779"/>
      </dsp:txXfrm>
    </dsp:sp>
    <dsp:sp modelId="{F723D88F-528A-4751-8D04-75CA60AE6355}">
      <dsp:nvSpPr>
        <dsp:cNvPr id="0" name=""/>
        <dsp:cNvSpPr/>
      </dsp:nvSpPr>
      <dsp:spPr>
        <a:xfrm>
          <a:off x="5834843" y="1183938"/>
          <a:ext cx="5118236" cy="2964599"/>
        </a:xfrm>
        <a:prstGeom prst="rect">
          <a:avLst/>
        </a:prstGeom>
        <a:solidFill>
          <a:schemeClr val="lt1">
            <a:alpha val="90000"/>
            <a:tint val="40000"/>
            <a:hueOff val="0"/>
            <a:satOff val="0"/>
            <a:lumOff val="0"/>
            <a:alphaOff val="0"/>
          </a:schemeClr>
        </a:solidFill>
        <a:ln w="6350" cap="flat" cmpd="sng" algn="ctr">
          <a:solidFill>
            <a:schemeClr val="dk1">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vi-VN" sz="2000" kern="1200">
              <a:latin typeface="Arial" panose="020B0604020202020204" pitchFamily="34" charset="0"/>
              <a:cs typeface="Arial" panose="020B0604020202020204" pitchFamily="34" charset="0"/>
            </a:rPr>
            <a:t>Phụ thuộc vào kết nối internet</a:t>
          </a:r>
          <a:endParaRPr lang="en-US" sz="2000" kern="1200">
            <a:latin typeface="Arial" panose="020B0604020202020204" pitchFamily="34" charset="0"/>
            <a:cs typeface="Arial" panose="020B0604020202020204" pitchFamily="34" charset="0"/>
          </a:endParaRPr>
        </a:p>
        <a:p>
          <a:pPr marL="228600" lvl="1" indent="-228600" algn="l" defTabSz="889000">
            <a:lnSpc>
              <a:spcPct val="90000"/>
            </a:lnSpc>
            <a:spcBef>
              <a:spcPct val="0"/>
            </a:spcBef>
            <a:spcAft>
              <a:spcPct val="15000"/>
            </a:spcAft>
            <a:buChar char="•"/>
          </a:pPr>
          <a:r>
            <a:rPr lang="vi-VN" sz="2000" kern="1200">
              <a:latin typeface="Arial" panose="020B0604020202020204" pitchFamily="34" charset="0"/>
              <a:cs typeface="Arial" panose="020B0604020202020204" pitchFamily="34" charset="0"/>
            </a:rPr>
            <a:t>Giới hạn hiệu suất với dự án lớn</a:t>
          </a:r>
          <a:endParaRPr lang="en-US" sz="2000" kern="1200">
            <a:latin typeface="Arial" panose="020B0604020202020204" pitchFamily="34" charset="0"/>
            <a:cs typeface="Arial" panose="020B0604020202020204" pitchFamily="34" charset="0"/>
          </a:endParaRPr>
        </a:p>
        <a:p>
          <a:pPr marL="228600" lvl="1" indent="-228600" algn="l" defTabSz="889000">
            <a:lnSpc>
              <a:spcPct val="90000"/>
            </a:lnSpc>
            <a:spcBef>
              <a:spcPct val="0"/>
            </a:spcBef>
            <a:spcAft>
              <a:spcPct val="15000"/>
            </a:spcAft>
            <a:buChar char="•"/>
          </a:pPr>
          <a:r>
            <a:rPr lang="vi-VN" sz="2000" kern="1200">
              <a:latin typeface="Arial" panose="020B0604020202020204" pitchFamily="34" charset="0"/>
              <a:cs typeface="Arial" panose="020B0604020202020204" pitchFamily="34" charset="0"/>
            </a:rPr>
            <a:t>Một số tính năng nâng cao chỉ có ở phiên bản trả phí</a:t>
          </a:r>
          <a:endParaRPr lang="en-US" sz="2000" kern="1200">
            <a:latin typeface="Arial" panose="020B0604020202020204" pitchFamily="34" charset="0"/>
            <a:cs typeface="Arial" panose="020B0604020202020204" pitchFamily="34" charset="0"/>
          </a:endParaRPr>
        </a:p>
        <a:p>
          <a:pPr marL="228600" lvl="1" indent="-228600" algn="l" defTabSz="889000">
            <a:lnSpc>
              <a:spcPct val="90000"/>
            </a:lnSpc>
            <a:spcBef>
              <a:spcPct val="0"/>
            </a:spcBef>
            <a:spcAft>
              <a:spcPct val="15000"/>
            </a:spcAft>
            <a:buChar char="•"/>
          </a:pPr>
          <a:r>
            <a:rPr lang="en-US" sz="2000" kern="1200">
              <a:latin typeface="Arial" panose="020B0604020202020204" pitchFamily="34" charset="0"/>
              <a:cs typeface="Arial" panose="020B0604020202020204" pitchFamily="34" charset="0"/>
            </a:rPr>
            <a:t>Giới hạn khả năng làm việc offline và xuất file</a:t>
          </a:r>
        </a:p>
        <a:p>
          <a:pPr marL="228600" lvl="1" indent="-228600" algn="l" defTabSz="889000">
            <a:lnSpc>
              <a:spcPct val="90000"/>
            </a:lnSpc>
            <a:spcBef>
              <a:spcPct val="0"/>
            </a:spcBef>
            <a:spcAft>
              <a:spcPct val="15000"/>
            </a:spcAft>
            <a:buChar char="•"/>
          </a:pPr>
          <a:r>
            <a:rPr lang="en-US" sz="2000" kern="1200">
              <a:latin typeface="Arial" panose="020B0604020202020204" pitchFamily="34" charset="0"/>
              <a:cs typeface="Arial" panose="020B0604020202020204" pitchFamily="34" charset="0"/>
            </a:rPr>
            <a:t>Hạn chế về công cụ chỉnh sửa ảnh và đồ họa vector nâng cao</a:t>
          </a:r>
        </a:p>
      </dsp:txBody>
      <dsp:txXfrm>
        <a:off x="5834843" y="1183938"/>
        <a:ext cx="5118236" cy="296459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12/31/2025</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3718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12/31/2025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8089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12/31/2025</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545087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12/31/2025</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91456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12/31/2025</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62640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12/31/2025</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8915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12/31/2025</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705183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12/31/2025</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51232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12/31/2025</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62178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12/31/2025</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29513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12/31/2025</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78310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12/31/2025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3759368826"/>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57" r:id="rId6"/>
    <p:sldLayoutId id="2147483853" r:id="rId7"/>
    <p:sldLayoutId id="2147483854" r:id="rId8"/>
    <p:sldLayoutId id="2147483855" r:id="rId9"/>
    <p:sldLayoutId id="2147483856" r:id="rId10"/>
    <p:sldLayoutId id="214748385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6" name="Freeform: Shape 75">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8" name="Freeform: Shape 77">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183902"/>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Title 1">
            <a:extLst>
              <a:ext uri="{FF2B5EF4-FFF2-40B4-BE49-F238E27FC236}">
                <a16:creationId xmlns:a16="http://schemas.microsoft.com/office/drawing/2014/main" id="{560C81E6-D9DC-7FDC-F3CD-FB4DB46C4914}"/>
              </a:ext>
            </a:extLst>
          </p:cNvPr>
          <p:cNvSpPr>
            <a:spLocks noGrp="1"/>
          </p:cNvSpPr>
          <p:nvPr>
            <p:ph type="ctrTitle"/>
          </p:nvPr>
        </p:nvSpPr>
        <p:spPr>
          <a:xfrm>
            <a:off x="2565150" y="1985079"/>
            <a:ext cx="7426320" cy="2291530"/>
          </a:xfrm>
        </p:spPr>
        <p:txBody>
          <a:bodyPr anchor="b">
            <a:noAutofit/>
          </a:bodyPr>
          <a:lstStyle/>
          <a:p>
            <a:pPr algn="ctr"/>
            <a:r>
              <a:rPr lang="vi-VN" sz="4800">
                <a:latin typeface="Arial" panose="020B0604020202020204" pitchFamily="34" charset="0"/>
                <a:cs typeface="Arial" panose="020B0604020202020204" pitchFamily="34" charset="0"/>
              </a:rPr>
              <a:t>TÌM HIỂU VÀ ỨNG DỤNG FIGMA TRONG THIẾT KẾ GIAO DIỆN WEBSITE </a:t>
            </a:r>
            <a:endParaRPr lang="en-US" sz="4800">
              <a:latin typeface="Arial" panose="020B0604020202020204" pitchFamily="34" charset="0"/>
              <a:cs typeface="Arial" panose="020B0604020202020204" pitchFamily="34" charset="0"/>
            </a:endParaRPr>
          </a:p>
        </p:txBody>
      </p:sp>
      <p:sp>
        <p:nvSpPr>
          <p:cNvPr id="52" name="Subtitle 2">
            <a:extLst>
              <a:ext uri="{FF2B5EF4-FFF2-40B4-BE49-F238E27FC236}">
                <a16:creationId xmlns:a16="http://schemas.microsoft.com/office/drawing/2014/main" id="{6D37CC12-CD57-9512-ABBA-B3BAA14D1A48}"/>
              </a:ext>
            </a:extLst>
          </p:cNvPr>
          <p:cNvSpPr>
            <a:spLocks noGrp="1"/>
          </p:cNvSpPr>
          <p:nvPr>
            <p:ph type="subTitle" idx="1"/>
          </p:nvPr>
        </p:nvSpPr>
        <p:spPr>
          <a:xfrm>
            <a:off x="3938458" y="5284905"/>
            <a:ext cx="4315083" cy="1518230"/>
          </a:xfrm>
        </p:spPr>
        <p:txBody>
          <a:bodyPr>
            <a:noAutofit/>
          </a:bodyPr>
          <a:lstStyle/>
          <a:p>
            <a:r>
              <a:rPr lang="vi-VN" sz="2400" b="1">
                <a:latin typeface="Arial" panose="020B0604020202020204" pitchFamily="34" charset="0"/>
                <a:cs typeface="Arial" panose="020B0604020202020204" pitchFamily="34" charset="0"/>
              </a:rPr>
              <a:t>GVHD</a:t>
            </a:r>
            <a:r>
              <a:rPr lang="vi-VN" sz="2400">
                <a:latin typeface="Arial" panose="020B0604020202020204" pitchFamily="34" charset="0"/>
                <a:cs typeface="Arial" panose="020B0604020202020204" pitchFamily="34" charset="0"/>
              </a:rPr>
              <a:t>: ThS.Khấu Văn Nhựt</a:t>
            </a:r>
          </a:p>
          <a:p>
            <a:r>
              <a:rPr lang="vi-VN" sz="2400" b="1">
                <a:latin typeface="Arial" panose="020B0604020202020204" pitchFamily="34" charset="0"/>
                <a:cs typeface="Arial" panose="020B0604020202020204" pitchFamily="34" charset="0"/>
              </a:rPr>
              <a:t>SVTH</a:t>
            </a:r>
            <a:r>
              <a:rPr lang="vi-VN" sz="2400">
                <a:latin typeface="Arial" panose="020B0604020202020204" pitchFamily="34" charset="0"/>
                <a:cs typeface="Arial" panose="020B0604020202020204" pitchFamily="34" charset="0"/>
              </a:rPr>
              <a:t>: Nguyễn Gia Nguyên</a:t>
            </a:r>
          </a:p>
          <a:p>
            <a:r>
              <a:rPr lang="vi-VN" sz="2400" b="1">
                <a:latin typeface="Arial" panose="020B0604020202020204" pitchFamily="34" charset="0"/>
                <a:cs typeface="Arial" panose="020B0604020202020204" pitchFamily="34" charset="0"/>
              </a:rPr>
              <a:t>LỚP</a:t>
            </a:r>
            <a:r>
              <a:rPr lang="vi-VN" sz="2400">
                <a:latin typeface="Arial" panose="020B0604020202020204" pitchFamily="34" charset="0"/>
                <a:cs typeface="Arial" panose="020B0604020202020204" pitchFamily="34" charset="0"/>
              </a:rPr>
              <a:t>: DA23TTB</a:t>
            </a:r>
            <a:endParaRPr lang="en-US" sz="2400">
              <a:latin typeface="Arial" panose="020B0604020202020204" pitchFamily="34" charset="0"/>
              <a:cs typeface="Arial" panose="020B0604020202020204" pitchFamily="34" charset="0"/>
            </a:endParaRPr>
          </a:p>
        </p:txBody>
      </p:sp>
      <p:pic>
        <p:nvPicPr>
          <p:cNvPr id="53" name="Picture 2" descr="D:\logo-tron.PNG">
            <a:extLst>
              <a:ext uri="{FF2B5EF4-FFF2-40B4-BE49-F238E27FC236}">
                <a16:creationId xmlns:a16="http://schemas.microsoft.com/office/drawing/2014/main" id="{B5FCBF64-395A-444B-6859-C894F5ABEE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647" y="52043"/>
            <a:ext cx="1773237"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Rectangle 53">
            <a:extLst>
              <a:ext uri="{FF2B5EF4-FFF2-40B4-BE49-F238E27FC236}">
                <a16:creationId xmlns:a16="http://schemas.microsoft.com/office/drawing/2014/main" id="{0A85CA60-C22A-C06B-A049-EE35A8B4ACD7}"/>
              </a:ext>
            </a:extLst>
          </p:cNvPr>
          <p:cNvSpPr/>
          <p:nvPr/>
        </p:nvSpPr>
        <p:spPr>
          <a:xfrm>
            <a:off x="2638531" y="644192"/>
            <a:ext cx="7279558" cy="584775"/>
          </a:xfrm>
          <a:prstGeom prst="rect">
            <a:avLst/>
          </a:prstGeom>
        </p:spPr>
        <p:txBody>
          <a:bodyPr wrap="square">
            <a:spAutoFit/>
          </a:bodyPr>
          <a:lstStyle/>
          <a:p>
            <a:pPr algn="ctr">
              <a:defRPr/>
            </a:pPr>
            <a:r>
              <a:rPr lang="vi-VN" sz="3200" b="1">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TRƯỜNG</a:t>
            </a:r>
            <a:r>
              <a:rPr lang="en-US" sz="3200" b="1">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 KỸ THUẬT &amp; CÔNG NGHỆ</a:t>
            </a:r>
          </a:p>
        </p:txBody>
      </p:sp>
      <p:sp>
        <p:nvSpPr>
          <p:cNvPr id="2" name="Rectangle 1">
            <a:extLst>
              <a:ext uri="{FF2B5EF4-FFF2-40B4-BE49-F238E27FC236}">
                <a16:creationId xmlns:a16="http://schemas.microsoft.com/office/drawing/2014/main" id="{A3E74420-F85A-C334-9C76-D3A6F5D79DC7}"/>
              </a:ext>
            </a:extLst>
          </p:cNvPr>
          <p:cNvSpPr/>
          <p:nvPr/>
        </p:nvSpPr>
        <p:spPr>
          <a:xfrm>
            <a:off x="2638531" y="1327737"/>
            <a:ext cx="7279558" cy="584775"/>
          </a:xfrm>
          <a:prstGeom prst="rect">
            <a:avLst/>
          </a:prstGeom>
        </p:spPr>
        <p:txBody>
          <a:bodyPr wrap="square">
            <a:spAutoFit/>
          </a:bodyPr>
          <a:lstStyle/>
          <a:p>
            <a:pPr algn="ctr">
              <a:defRPr/>
            </a:pPr>
            <a:r>
              <a:rPr lang="vi-VN" sz="3200" b="1">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ĐỒ ÁN CƠ SỞ NGHÀNH</a:t>
            </a:r>
            <a:endParaRPr lang="en-US" sz="3200" b="1">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650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50"/>
                                        </p:tgtEl>
                                        <p:attrNameLst>
                                          <p:attrName>style.visibility</p:attrName>
                                        </p:attrNameLst>
                                      </p:cBhvr>
                                      <p:to>
                                        <p:strVal val="visible"/>
                                      </p:to>
                                    </p:set>
                                    <p:animEffect transition="in" filter="fade">
                                      <p:cBhvr>
                                        <p:cTn id="7" dur="400"/>
                                        <p:tgtEl>
                                          <p:spTgt spid="50"/>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52">
                                            <p:txEl>
                                              <p:pRg st="0" end="0"/>
                                            </p:txEl>
                                          </p:spTgt>
                                        </p:tgtEl>
                                        <p:attrNameLst>
                                          <p:attrName>style.visibility</p:attrName>
                                        </p:attrNameLst>
                                      </p:cBhvr>
                                      <p:to>
                                        <p:strVal val="visible"/>
                                      </p:to>
                                    </p:set>
                                    <p:animEffect transition="in" filter="fade">
                                      <p:cBhvr>
                                        <p:cTn id="10" dur="750"/>
                                        <p:tgtEl>
                                          <p:spTgt spid="52">
                                            <p:txEl>
                                              <p:pRg st="0" end="0"/>
                                            </p:txEl>
                                          </p:spTgt>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52">
                                            <p:txEl>
                                              <p:pRg st="2" end="2"/>
                                            </p:txEl>
                                          </p:spTgt>
                                        </p:tgtEl>
                                        <p:attrNameLst>
                                          <p:attrName>style.visibility</p:attrName>
                                        </p:attrNameLst>
                                      </p:cBhvr>
                                      <p:to>
                                        <p:strVal val="visible"/>
                                      </p:to>
                                    </p:set>
                                    <p:animEffect transition="in" filter="fade">
                                      <p:cBhvr>
                                        <p:cTn id="13" dur="750"/>
                                        <p:tgtEl>
                                          <p:spTgt spid="5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C917A7-01F9-2894-D838-7887BA0F605E}"/>
              </a:ext>
            </a:extLst>
          </p:cNvPr>
          <p:cNvSpPr>
            <a:spLocks noGrp="1"/>
          </p:cNvSpPr>
          <p:nvPr>
            <p:ph type="title"/>
          </p:nvPr>
        </p:nvSpPr>
        <p:spPr>
          <a:xfrm>
            <a:off x="841248" y="426720"/>
            <a:ext cx="10506456" cy="1919141"/>
          </a:xfrm>
        </p:spPr>
        <p:txBody>
          <a:bodyPr anchor="b">
            <a:normAutofit/>
          </a:bodyPr>
          <a:lstStyle/>
          <a:p>
            <a:r>
              <a:rPr lang="vi-VN" sz="6000" b="1">
                <a:latin typeface="Arial" panose="020B0604020202020204" pitchFamily="34" charset="0"/>
                <a:cs typeface="Arial" panose="020B0604020202020204" pitchFamily="34" charset="0"/>
              </a:rPr>
              <a:t>NỘI DUNG TRÌNH BÀY</a:t>
            </a:r>
            <a:endParaRPr lang="en-US" sz="6000" b="1">
              <a:latin typeface="Arial" panose="020B060402020202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7A0B5DEA-ADF6-4BA5-9307-147F0A468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8680" y="2898648"/>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83982"/>
            <a:ext cx="1873457"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Content Placeholder 2">
            <a:extLst>
              <a:ext uri="{FF2B5EF4-FFF2-40B4-BE49-F238E27FC236}">
                <a16:creationId xmlns:a16="http://schemas.microsoft.com/office/drawing/2014/main" id="{BECF4390-7DBE-4E0A-3E67-74407471140B}"/>
              </a:ext>
            </a:extLst>
          </p:cNvPr>
          <p:cNvSpPr>
            <a:spLocks noGrp="1"/>
          </p:cNvSpPr>
          <p:nvPr>
            <p:ph idx="1"/>
          </p:nvPr>
        </p:nvSpPr>
        <p:spPr>
          <a:xfrm>
            <a:off x="841248" y="3337269"/>
            <a:ext cx="10509504" cy="2905686"/>
          </a:xfrm>
        </p:spPr>
        <p:txBody>
          <a:bodyPr>
            <a:normAutofit/>
          </a:bodyPr>
          <a:lstStyle/>
          <a:p>
            <a:r>
              <a:rPr lang="vi-VN" sz="2400">
                <a:latin typeface="Arial" panose="020B0604020202020204" pitchFamily="34" charset="0"/>
                <a:cs typeface="Arial" panose="020B0604020202020204" pitchFamily="34" charset="0"/>
              </a:rPr>
              <a:t>1: Tổng quan về đề tài</a:t>
            </a:r>
          </a:p>
          <a:p>
            <a:r>
              <a:rPr lang="vi-VN" sz="2400">
                <a:latin typeface="Arial" panose="020B0604020202020204" pitchFamily="34" charset="0"/>
                <a:cs typeface="Arial" panose="020B0604020202020204" pitchFamily="34" charset="0"/>
              </a:rPr>
              <a:t>2: Cơ sở lý thuyết</a:t>
            </a:r>
          </a:p>
          <a:p>
            <a:r>
              <a:rPr lang="vi-VN" sz="2400">
                <a:latin typeface="Arial" panose="020B0604020202020204" pitchFamily="34" charset="0"/>
                <a:cs typeface="Arial" panose="020B0604020202020204" pitchFamily="34" charset="0"/>
              </a:rPr>
              <a:t>3: Phân tích và thiết kế giao diện</a:t>
            </a:r>
          </a:p>
          <a:p>
            <a:r>
              <a:rPr lang="vi-VN" sz="2400">
                <a:latin typeface="Arial" panose="020B0604020202020204" pitchFamily="34" charset="0"/>
                <a:cs typeface="Arial" panose="020B0604020202020204" pitchFamily="34" charset="0"/>
              </a:rPr>
              <a:t>4: Kết quả nghiên cứu</a:t>
            </a:r>
          </a:p>
          <a:p>
            <a:r>
              <a:rPr lang="vi-VN" sz="2400">
                <a:latin typeface="Arial" panose="020B0604020202020204" pitchFamily="34" charset="0"/>
                <a:cs typeface="Arial" panose="020B0604020202020204" pitchFamily="34" charset="0"/>
              </a:rPr>
              <a:t>5: Tổng kết</a:t>
            </a:r>
            <a:endParaRPr lang="en-US"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675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75CD6-A47A-0EB5-0395-9217423D5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CC86C-8C44-4C2F-9763-12135D24D8A8}"/>
              </a:ext>
            </a:extLst>
          </p:cNvPr>
          <p:cNvSpPr>
            <a:spLocks noGrp="1"/>
          </p:cNvSpPr>
          <p:nvPr>
            <p:ph type="title"/>
          </p:nvPr>
        </p:nvSpPr>
        <p:spPr>
          <a:xfrm>
            <a:off x="841248" y="256032"/>
            <a:ext cx="10506456" cy="1014984"/>
          </a:xfrm>
        </p:spPr>
        <p:txBody>
          <a:bodyPr anchor="b">
            <a:normAutofit/>
          </a:bodyPr>
          <a:lstStyle/>
          <a:p>
            <a:r>
              <a:rPr lang="vi-VN" b="1">
                <a:latin typeface="Arial" panose="020B0604020202020204" pitchFamily="34" charset="0"/>
                <a:cs typeface="Arial" panose="020B0604020202020204" pitchFamily="34" charset="0"/>
              </a:rPr>
              <a:t>TỔNG QUAN VỀ ĐỀ TÀI	</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5AE1718-E42C-CA31-0C22-7930B9BF76DD}"/>
              </a:ext>
            </a:extLst>
          </p:cNvPr>
          <p:cNvSpPr>
            <a:spLocks noGrp="1"/>
          </p:cNvSpPr>
          <p:nvPr>
            <p:ph idx="1"/>
          </p:nvPr>
        </p:nvSpPr>
        <p:spPr>
          <a:xfrm>
            <a:off x="939570" y="1402310"/>
            <a:ext cx="3024353" cy="526433"/>
          </a:xfrm>
        </p:spPr>
        <p:txBody>
          <a:bodyPr>
            <a:normAutofit fontScale="92500"/>
          </a:bodyPr>
          <a:lstStyle/>
          <a:p>
            <a:pPr marL="0" indent="0">
              <a:buNone/>
            </a:pPr>
            <a:r>
              <a:rPr lang="vi-VN" b="1">
                <a:latin typeface="Arial" panose="020B0604020202020204" pitchFamily="34" charset="0"/>
                <a:cs typeface="Arial" panose="020B0604020202020204" pitchFamily="34" charset="0"/>
              </a:rPr>
              <a:t>Lý do chọn đề tài</a:t>
            </a:r>
            <a:endParaRPr lang="en-US" b="1">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9DD6753B-4DD8-A734-DB8F-D45482C282E9}"/>
              </a:ext>
            </a:extLst>
          </p:cNvPr>
          <p:cNvSpPr txBox="1">
            <a:spLocks/>
          </p:cNvSpPr>
          <p:nvPr/>
        </p:nvSpPr>
        <p:spPr>
          <a:xfrm>
            <a:off x="865953" y="2361362"/>
            <a:ext cx="10451592" cy="406958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atin typeface="Arial" panose="020B0604020202020204" pitchFamily="34" charset="0"/>
                <a:cs typeface="Arial" panose="020B0604020202020204" pitchFamily="34" charset="0"/>
              </a:rPr>
              <a:t>Trong </a:t>
            </a:r>
            <a:r>
              <a:rPr lang="en-US" err="1">
                <a:latin typeface="Arial" panose="020B0604020202020204" pitchFamily="34" charset="0"/>
                <a:cs typeface="Arial" panose="020B0604020202020204" pitchFamily="34" charset="0"/>
              </a:rPr>
              <a:t>bối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cảnh</a:t>
            </a:r>
            <a:r>
              <a:rPr lang="en-US">
                <a:latin typeface="Arial" panose="020B0604020202020204" pitchFamily="34" charset="0"/>
                <a:cs typeface="Arial" panose="020B0604020202020204" pitchFamily="34" charset="0"/>
              </a:rPr>
              <a:t> </a:t>
            </a:r>
            <a:r>
              <a:rPr lang="vi-VN">
                <a:latin typeface="Arial" panose="020B0604020202020204" pitchFamily="34" charset="0"/>
                <a:cs typeface="Arial" panose="020B0604020202020204" pitchFamily="34" charset="0"/>
              </a:rPr>
              <a:t>công nghệ </a:t>
            </a:r>
            <a:r>
              <a:rPr lang="en-US" err="1">
                <a:latin typeface="Arial" panose="020B0604020202020204" pitchFamily="34" charset="0"/>
                <a:cs typeface="Arial" panose="020B0604020202020204" pitchFamily="34" charset="0"/>
              </a:rPr>
              <a:t>phát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triển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mạnh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mẽ</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cầu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thiết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kế</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giao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diện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người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dùng</a:t>
            </a:r>
            <a:r>
              <a:rPr lang="en-US">
                <a:latin typeface="Arial" panose="020B0604020202020204" pitchFamily="34" charset="0"/>
                <a:cs typeface="Arial" panose="020B0604020202020204" pitchFamily="34" charset="0"/>
              </a:rPr>
              <a:t> (UI/UX) </a:t>
            </a:r>
            <a:r>
              <a:rPr lang="en-US" err="1">
                <a:latin typeface="Arial" panose="020B0604020202020204" pitchFamily="34" charset="0"/>
                <a:cs typeface="Arial" panose="020B0604020202020204" pitchFamily="34" charset="0"/>
              </a:rPr>
              <a:t>ngày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càng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trở</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nên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quan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trọng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đóng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vai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trò</a:t>
            </a:r>
            <a:r>
              <a:rPr lang="en-US">
                <a:latin typeface="Arial" panose="020B0604020202020204" pitchFamily="34" charset="0"/>
                <a:cs typeface="Arial" panose="020B0604020202020204" pitchFamily="34" charset="0"/>
              </a:rPr>
              <a:t> then </a:t>
            </a:r>
            <a:r>
              <a:rPr lang="en-US" err="1">
                <a:latin typeface="Arial" panose="020B0604020202020204" pitchFamily="34" charset="0"/>
                <a:cs typeface="Arial" panose="020B0604020202020204" pitchFamily="34" charset="0"/>
              </a:rPr>
              <a:t>chốt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trong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việc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tạo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ra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trải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nghiệm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trực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quan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thuận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tiện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người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dùng</a:t>
            </a:r>
            <a:r>
              <a:rPr lang="en-US">
                <a:latin typeface="Arial" panose="020B0604020202020204" pitchFamily="34" charset="0"/>
                <a:cs typeface="Arial" panose="020B0604020202020204" pitchFamily="34" charset="0"/>
              </a:rPr>
              <a:t>.</a:t>
            </a:r>
            <a:r>
              <a:rPr lang="vi-VN">
                <a:latin typeface="Arial" panose="020B0604020202020204" pitchFamily="34" charset="0"/>
                <a:cs typeface="Arial" panose="020B0604020202020204" pitchFamily="34" charset="0"/>
              </a:rPr>
              <a:t> Một trong những công cụ không thẻ bỏ lỡ đó là </a:t>
            </a:r>
            <a:r>
              <a:rPr lang="en-US">
                <a:latin typeface="Arial" panose="020B0604020202020204" pitchFamily="34" charset="0"/>
                <a:cs typeface="Arial" panose="020B0604020202020204" pitchFamily="34" charset="0"/>
              </a:rPr>
              <a:t>Figma </a:t>
            </a:r>
            <a:r>
              <a:rPr lang="en-US" err="1">
                <a:latin typeface="Arial" panose="020B0604020202020204" pitchFamily="34" charset="0"/>
                <a:cs typeface="Arial" panose="020B0604020202020204" pitchFamily="34" charset="0"/>
              </a:rPr>
              <a:t>một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công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cụ</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thiết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kế</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giao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diện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phổ</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biến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nhất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hiện</a:t>
            </a:r>
            <a:r>
              <a:rPr lang="en-US">
                <a:latin typeface="Arial" panose="020B0604020202020204" pitchFamily="34" charset="0"/>
                <a:cs typeface="Arial" panose="020B0604020202020204" pitchFamily="34" charset="0"/>
              </a:rPr>
              <a:t> nay </a:t>
            </a:r>
            <a:r>
              <a:rPr lang="en-US" err="1">
                <a:latin typeface="Arial" panose="020B0604020202020204" pitchFamily="34" charset="0"/>
                <a:cs typeface="Arial" panose="020B0604020202020204" pitchFamily="34" charset="0"/>
              </a:rPr>
              <a:t>nhờ</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khả</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năng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làm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việc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trực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tuyến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hỗ</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trợ</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cộng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tác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nhóm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cung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cấp</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đầy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đủ</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các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tính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năng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từ</a:t>
            </a:r>
            <a:r>
              <a:rPr lang="en-US">
                <a:latin typeface="Arial" panose="020B0604020202020204" pitchFamily="34" charset="0"/>
                <a:cs typeface="Arial" panose="020B0604020202020204" pitchFamily="34" charset="0"/>
              </a:rPr>
              <a:t> wireframe, </a:t>
            </a:r>
            <a:r>
              <a:rPr lang="en-US" err="1">
                <a:latin typeface="Arial" panose="020B0604020202020204" pitchFamily="34" charset="0"/>
                <a:cs typeface="Arial" panose="020B0604020202020204" pitchFamily="34" charset="0"/>
              </a:rPr>
              <a:t>thiết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kế</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giao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diện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đến</a:t>
            </a:r>
            <a:r>
              <a:rPr lang="en-US">
                <a:latin typeface="Arial" panose="020B0604020202020204" pitchFamily="34" charset="0"/>
                <a:cs typeface="Arial" panose="020B0604020202020204" pitchFamily="34" charset="0"/>
              </a:rPr>
              <a:t> prototype. </a:t>
            </a:r>
            <a:r>
              <a:rPr lang="en-US" err="1">
                <a:latin typeface="Arial" panose="020B0604020202020204" pitchFamily="34" charset="0"/>
                <a:cs typeface="Arial" panose="020B0604020202020204" pitchFamily="34" charset="0"/>
              </a:rPr>
              <a:t>Xuất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phát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từ</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cầu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thực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tế</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mong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muốn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hiểu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rõ</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hơn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về</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trình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thiết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kế</a:t>
            </a:r>
            <a:r>
              <a:rPr lang="en-US">
                <a:latin typeface="Arial" panose="020B0604020202020204" pitchFamily="34" charset="0"/>
                <a:cs typeface="Arial" panose="020B0604020202020204" pitchFamily="34" charset="0"/>
              </a:rPr>
              <a:t> UI/UX </a:t>
            </a:r>
            <a:r>
              <a:rPr lang="en-US" err="1">
                <a:latin typeface="Arial" panose="020B0604020202020204" pitchFamily="34" charset="0"/>
                <a:cs typeface="Arial" panose="020B0604020202020204" pitchFamily="34" charset="0"/>
              </a:rPr>
              <a:t>hiện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đại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em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quyết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định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lựa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chọn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đề</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tài</a:t>
            </a:r>
            <a:r>
              <a:rPr lang="vi-VN">
                <a:latin typeface="Arial" panose="020B0604020202020204" pitchFamily="34" charset="0"/>
                <a:cs typeface="Arial" panose="020B0604020202020204" pitchFamily="34" charset="0"/>
              </a:rPr>
              <a:t> là: </a:t>
            </a:r>
            <a:r>
              <a:rPr lang="en-US">
                <a:latin typeface="Arial" panose="020B0604020202020204" pitchFamily="34" charset="0"/>
                <a:cs typeface="Arial" panose="020B0604020202020204" pitchFamily="34" charset="0"/>
              </a:rPr>
              <a:t>“</a:t>
            </a:r>
            <a:r>
              <a:rPr lang="en-US" err="1">
                <a:latin typeface="Arial" panose="020B0604020202020204" pitchFamily="34" charset="0"/>
                <a:cs typeface="Arial" panose="020B0604020202020204" pitchFamily="34" charset="0"/>
              </a:rPr>
              <a:t>Tìm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hiểu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ứng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dụng</a:t>
            </a:r>
            <a:r>
              <a:rPr lang="en-US">
                <a:latin typeface="Arial" panose="020B0604020202020204" pitchFamily="34" charset="0"/>
                <a:cs typeface="Arial" panose="020B0604020202020204" pitchFamily="34" charset="0"/>
              </a:rPr>
              <a:t> Figma </a:t>
            </a:r>
            <a:r>
              <a:rPr lang="en-US" err="1">
                <a:latin typeface="Arial" panose="020B0604020202020204" pitchFamily="34" charset="0"/>
                <a:cs typeface="Arial" panose="020B0604020202020204" pitchFamily="34" charset="0"/>
              </a:rPr>
              <a:t>trong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thiết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kế</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giao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diện</a:t>
            </a:r>
            <a:r>
              <a:rPr lang="en-US">
                <a:latin typeface="Arial" panose="020B0604020202020204" pitchFamily="34" charset="0"/>
                <a:cs typeface="Arial" panose="020B0604020202020204" pitchFamily="34" charset="0"/>
              </a:rPr>
              <a:t> website”.</a:t>
            </a:r>
          </a:p>
        </p:txBody>
      </p:sp>
    </p:spTree>
    <p:extLst>
      <p:ext uri="{BB962C8B-B14F-4D97-AF65-F5344CB8AC3E}">
        <p14:creationId xmlns:p14="http://schemas.microsoft.com/office/powerpoint/2010/main" val="1960663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AA2C0-747F-A289-B5AA-28FB41F34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0D7934-E575-2855-B042-A2E5A8523B08}"/>
              </a:ext>
            </a:extLst>
          </p:cNvPr>
          <p:cNvSpPr>
            <a:spLocks noGrp="1"/>
          </p:cNvSpPr>
          <p:nvPr>
            <p:ph type="title"/>
          </p:nvPr>
        </p:nvSpPr>
        <p:spPr>
          <a:xfrm>
            <a:off x="841248" y="256032"/>
            <a:ext cx="10506456" cy="1014984"/>
          </a:xfrm>
        </p:spPr>
        <p:txBody>
          <a:bodyPr anchor="b">
            <a:normAutofit/>
          </a:bodyPr>
          <a:lstStyle/>
          <a:p>
            <a:r>
              <a:rPr lang="vi-VN" b="1">
                <a:latin typeface="Arial" panose="020B0604020202020204" pitchFamily="34" charset="0"/>
                <a:cs typeface="Arial" panose="020B0604020202020204" pitchFamily="34" charset="0"/>
              </a:rPr>
              <a:t>TỔNG QUAN VỀ ĐỀ TÀI	</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ADEEF2D2-CA9C-603F-0365-4C7E9B1E4E5C}"/>
              </a:ext>
            </a:extLst>
          </p:cNvPr>
          <p:cNvSpPr>
            <a:spLocks noGrp="1"/>
          </p:cNvSpPr>
          <p:nvPr>
            <p:ph idx="1"/>
          </p:nvPr>
        </p:nvSpPr>
        <p:spPr>
          <a:xfrm>
            <a:off x="939570" y="1402310"/>
            <a:ext cx="3024353" cy="526433"/>
          </a:xfrm>
        </p:spPr>
        <p:txBody>
          <a:bodyPr>
            <a:normAutofit fontScale="85000" lnSpcReduction="10000"/>
          </a:bodyPr>
          <a:lstStyle/>
          <a:p>
            <a:pPr marL="0" indent="0">
              <a:buNone/>
            </a:pPr>
            <a:r>
              <a:rPr lang="vi-VN" b="1">
                <a:latin typeface="Arial" panose="020B0604020202020204" pitchFamily="34" charset="0"/>
                <a:cs typeface="Arial" panose="020B0604020202020204" pitchFamily="34" charset="0"/>
              </a:rPr>
              <a:t>Mục tiêu của đề tài</a:t>
            </a:r>
            <a:endParaRPr lang="en-US" b="1">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D5F98873-359E-38FA-1955-15833A9604F7}"/>
              </a:ext>
            </a:extLst>
          </p:cNvPr>
          <p:cNvSpPr txBox="1">
            <a:spLocks/>
          </p:cNvSpPr>
          <p:nvPr/>
        </p:nvSpPr>
        <p:spPr>
          <a:xfrm>
            <a:off x="865953" y="2361362"/>
            <a:ext cx="10451592" cy="406958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latin typeface="Arial" panose="020B0604020202020204" pitchFamily="34" charset="0"/>
                <a:cs typeface="Arial" panose="020B0604020202020204" pitchFamily="34" charset="0"/>
              </a:rPr>
              <a:t>Thiết </a:t>
            </a:r>
            <a:r>
              <a:rPr lang="en-US" err="1">
                <a:latin typeface="Arial" panose="020B0604020202020204" pitchFamily="34" charset="0"/>
                <a:cs typeface="Arial" panose="020B0604020202020204" pitchFamily="34" charset="0"/>
              </a:rPr>
              <a:t>kế</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bố</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cục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tổng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các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trang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quan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trọng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như</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trang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chủ</a:t>
            </a:r>
            <a:r>
              <a:rPr lang="en-US">
                <a:latin typeface="Arial" panose="020B0604020202020204" pitchFamily="34" charset="0"/>
                <a:cs typeface="Arial" panose="020B0604020202020204" pitchFamily="34" charset="0"/>
              </a:rPr>
              <a:t>, </a:t>
            </a:r>
            <a:endParaRPr lang="vi-VN">
              <a:latin typeface="Arial" panose="020B0604020202020204" pitchFamily="34" charset="0"/>
              <a:cs typeface="Arial" panose="020B0604020202020204" pitchFamily="34" charset="0"/>
            </a:endParaRPr>
          </a:p>
          <a:p>
            <a:pPr marL="0" lvl="0" indent="0">
              <a:buNone/>
            </a:pPr>
            <a:r>
              <a:rPr lang="vi-VN">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trang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danh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mục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sản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phẩm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trang</a:t>
            </a:r>
            <a:r>
              <a:rPr lang="en-US">
                <a:latin typeface="Arial" panose="020B0604020202020204" pitchFamily="34" charset="0"/>
                <a:cs typeface="Arial" panose="020B0604020202020204" pitchFamily="34" charset="0"/>
              </a:rPr>
              <a:t> chi tiết, </a:t>
            </a:r>
            <a:r>
              <a:rPr lang="en-US" err="1">
                <a:latin typeface="Arial" panose="020B0604020202020204" pitchFamily="34" charset="0"/>
                <a:cs typeface="Arial" panose="020B0604020202020204" pitchFamily="34" charset="0"/>
              </a:rPr>
              <a:t>giỏ</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hàng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thanh</a:t>
            </a:r>
            <a:r>
              <a:rPr lang="en-US">
                <a:latin typeface="Arial" panose="020B0604020202020204" pitchFamily="34" charset="0"/>
                <a:cs typeface="Arial" panose="020B0604020202020204" pitchFamily="34" charset="0"/>
              </a:rPr>
              <a:t> </a:t>
            </a:r>
            <a:r>
              <a:rPr lang="vi-VN">
                <a:latin typeface="Arial" panose="020B0604020202020204" pitchFamily="34" charset="0"/>
                <a:cs typeface="Arial" panose="020B0604020202020204" pitchFamily="34" charset="0"/>
              </a:rPr>
              <a:t>toán   </a:t>
            </a:r>
            <a:endParaRPr lang="en-US">
              <a:latin typeface="Arial" panose="020B0604020202020204" pitchFamily="34" charset="0"/>
              <a:cs typeface="Arial" panose="020B0604020202020204" pitchFamily="34" charset="0"/>
            </a:endParaRPr>
          </a:p>
          <a:p>
            <a:pPr lvl="0"/>
            <a:r>
              <a:rPr lang="en-US">
                <a:latin typeface="Arial" panose="020B0604020202020204" pitchFamily="34" charset="0"/>
                <a:cs typeface="Arial" panose="020B0604020202020204" pitchFamily="34" charset="0"/>
              </a:rPr>
              <a:t>Tạo ra giao diện trực quan, dễ thao tác và phù hợp trải nghiệm </a:t>
            </a:r>
            <a:endParaRPr lang="vi-VN">
              <a:latin typeface="Arial" panose="020B0604020202020204" pitchFamily="34" charset="0"/>
              <a:cs typeface="Arial" panose="020B0604020202020204" pitchFamily="34" charset="0"/>
            </a:endParaRPr>
          </a:p>
          <a:p>
            <a:pPr marL="0" lvl="0" indent="0">
              <a:buNone/>
            </a:pPr>
            <a:r>
              <a:rPr lang="vi-VN">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của</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người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dùng</a:t>
            </a:r>
            <a:r>
              <a:rPr lang="en-US">
                <a:latin typeface="Arial" panose="020B0604020202020204" pitchFamily="34" charset="0"/>
                <a:cs typeface="Arial" panose="020B0604020202020204" pitchFamily="34" charset="0"/>
              </a:rPr>
              <a:t>.</a:t>
            </a:r>
          </a:p>
          <a:p>
            <a:pPr lvl="0"/>
            <a:r>
              <a:rPr lang="en-US" err="1">
                <a:latin typeface="Arial" panose="020B0604020202020204" pitchFamily="34" charset="0"/>
                <a:cs typeface="Arial" panose="020B0604020202020204" pitchFamily="34" charset="0"/>
              </a:rPr>
              <a:t>Mô</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phỏng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các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tương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tác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thông</a:t>
            </a:r>
            <a:r>
              <a:rPr lang="en-US">
                <a:latin typeface="Arial" panose="020B0604020202020204" pitchFamily="34" charset="0"/>
                <a:cs typeface="Arial" panose="020B0604020202020204" pitchFamily="34" charset="0"/>
              </a:rPr>
              <a:t> qua prototype </a:t>
            </a:r>
            <a:r>
              <a:rPr lang="en-US" err="1">
                <a:latin typeface="Arial" panose="020B0604020202020204" pitchFamily="34" charset="0"/>
                <a:cs typeface="Arial" panose="020B0604020202020204" pitchFamily="34" charset="0"/>
              </a:rPr>
              <a:t>nhằm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đánh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luồng</a:t>
            </a:r>
            <a:r>
              <a:rPr lang="en-US">
                <a:latin typeface="Arial" panose="020B0604020202020204" pitchFamily="34" charset="0"/>
                <a:cs typeface="Arial" panose="020B0604020202020204" pitchFamily="34" charset="0"/>
              </a:rPr>
              <a:t> </a:t>
            </a:r>
            <a:endParaRPr lang="vi-VN">
              <a:latin typeface="Arial" panose="020B0604020202020204" pitchFamily="34" charset="0"/>
              <a:cs typeface="Arial" panose="020B0604020202020204" pitchFamily="34" charset="0"/>
            </a:endParaRPr>
          </a:p>
          <a:p>
            <a:pPr marL="0" lvl="0" indent="0">
              <a:buNone/>
            </a:pPr>
            <a:r>
              <a:rPr lang="vi-VN">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hoạt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động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trước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triển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khai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thực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tế</a:t>
            </a:r>
            <a:r>
              <a:rPr lang="en-US">
                <a:latin typeface="Arial" panose="020B0604020202020204" pitchFamily="34" charset="0"/>
                <a:cs typeface="Arial" panose="020B0604020202020204" pitchFamily="34" charset="0"/>
              </a:rPr>
              <a:t>.</a:t>
            </a:r>
          </a:p>
          <a:p>
            <a:pPr lvl="0"/>
            <a:r>
              <a:rPr lang="en-US" err="1">
                <a:latin typeface="Arial" panose="020B0604020202020204" pitchFamily="34" charset="0"/>
                <a:cs typeface="Arial" panose="020B0604020202020204" pitchFamily="34" charset="0"/>
              </a:rPr>
              <a:t>Xây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dựng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bộ</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thiết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kế</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thống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nhất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về</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màu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sắc</a:t>
            </a:r>
            <a:r>
              <a:rPr lang="en-US">
                <a:latin typeface="Arial" panose="020B0604020202020204" pitchFamily="34" charset="0"/>
                <a:cs typeface="Arial" panose="020B0604020202020204" pitchFamily="34" charset="0"/>
              </a:rPr>
              <a:t>, font </a:t>
            </a:r>
            <a:r>
              <a:rPr lang="en-US" err="1">
                <a:latin typeface="Arial" panose="020B0604020202020204" pitchFamily="34" charset="0"/>
                <a:cs typeface="Arial" panose="020B0604020202020204" pitchFamily="34" charset="0"/>
              </a:rPr>
              <a:t>chữ</a:t>
            </a:r>
            <a:r>
              <a:rPr lang="vi-VN">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cấu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trúc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bố</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cục</a:t>
            </a:r>
            <a:r>
              <a:rPr lang="en-US">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934565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C0640-A51C-B48B-31DB-231CD54F9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0404F-D2C7-C677-1027-8B0EE27E3601}"/>
              </a:ext>
            </a:extLst>
          </p:cNvPr>
          <p:cNvSpPr>
            <a:spLocks noGrp="1"/>
          </p:cNvSpPr>
          <p:nvPr>
            <p:ph type="title"/>
          </p:nvPr>
        </p:nvSpPr>
        <p:spPr>
          <a:xfrm>
            <a:off x="841248" y="256032"/>
            <a:ext cx="10506456" cy="1014984"/>
          </a:xfrm>
        </p:spPr>
        <p:txBody>
          <a:bodyPr anchor="b">
            <a:normAutofit/>
          </a:bodyPr>
          <a:lstStyle/>
          <a:p>
            <a:r>
              <a:rPr lang="vi-VN" b="1">
                <a:latin typeface="Arial" panose="020B0604020202020204" pitchFamily="34" charset="0"/>
                <a:cs typeface="Arial" panose="020B0604020202020204" pitchFamily="34" charset="0"/>
              </a:rPr>
              <a:t>TỔNG QUAN VỀ ĐỀ TÀI	</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A48B13D7-D35E-676A-F95A-0A5111A35DE7}"/>
              </a:ext>
            </a:extLst>
          </p:cNvPr>
          <p:cNvSpPr>
            <a:spLocks noGrp="1"/>
          </p:cNvSpPr>
          <p:nvPr>
            <p:ph idx="1"/>
          </p:nvPr>
        </p:nvSpPr>
        <p:spPr>
          <a:xfrm>
            <a:off x="939569" y="1402310"/>
            <a:ext cx="5274417" cy="526433"/>
          </a:xfrm>
        </p:spPr>
        <p:txBody>
          <a:bodyPr>
            <a:noAutofit/>
          </a:bodyPr>
          <a:lstStyle/>
          <a:p>
            <a:pPr marL="0" indent="0">
              <a:buNone/>
            </a:pPr>
            <a:r>
              <a:rPr lang="vi-VN" sz="2400" b="1">
                <a:latin typeface="Arial" panose="020B0604020202020204" pitchFamily="34" charset="0"/>
                <a:cs typeface="Arial" panose="020B0604020202020204" pitchFamily="34" charset="0"/>
              </a:rPr>
              <a:t>Đối tượng và phạm vi  nghiên cứu</a:t>
            </a:r>
            <a:endParaRPr lang="en-US" sz="2400" b="1">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5093A668-439E-D329-CC9A-8C7282620EB8}"/>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atin typeface="Arial" panose="020B0604020202020204" pitchFamily="34" charset="0"/>
                <a:cs typeface="Arial" panose="020B0604020202020204" pitchFamily="34" charset="0"/>
              </a:rPr>
              <a:t>Công </a:t>
            </a:r>
            <a:r>
              <a:rPr lang="en-US" err="1">
                <a:latin typeface="Arial" panose="020B0604020202020204" pitchFamily="34" charset="0"/>
                <a:cs typeface="Arial" panose="020B0604020202020204" pitchFamily="34" charset="0"/>
              </a:rPr>
              <a:t>cụ</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thiết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kế</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giao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diện</a:t>
            </a:r>
            <a:r>
              <a:rPr lang="en-US">
                <a:latin typeface="Arial" panose="020B0604020202020204" pitchFamily="34" charset="0"/>
                <a:cs typeface="Arial" panose="020B0604020202020204" pitchFamily="34" charset="0"/>
              </a:rPr>
              <a:t> Figma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việc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ứng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dụng</a:t>
            </a:r>
            <a:r>
              <a:rPr lang="en-US">
                <a:latin typeface="Arial" panose="020B0604020202020204" pitchFamily="34" charset="0"/>
                <a:cs typeface="Arial" panose="020B0604020202020204" pitchFamily="34" charset="0"/>
              </a:rPr>
              <a:t> Figma </a:t>
            </a:r>
            <a:r>
              <a:rPr lang="en-US" err="1">
                <a:latin typeface="Arial" panose="020B0604020202020204" pitchFamily="34" charset="0"/>
                <a:cs typeface="Arial" panose="020B0604020202020204" pitchFamily="34" charset="0"/>
              </a:rPr>
              <a:t>trong</a:t>
            </a:r>
            <a:r>
              <a:rPr lang="vi-VN">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thiết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kế</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giao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diện</a:t>
            </a:r>
            <a:r>
              <a:rPr lang="en-US">
                <a:latin typeface="Arial" panose="020B0604020202020204" pitchFamily="34" charset="0"/>
                <a:cs typeface="Arial" panose="020B0604020202020204" pitchFamily="34" charset="0"/>
              </a:rPr>
              <a:t> website </a:t>
            </a:r>
            <a:r>
              <a:rPr lang="en-US" err="1">
                <a:latin typeface="Arial" panose="020B0604020202020204" pitchFamily="34" charset="0"/>
                <a:cs typeface="Arial" panose="020B0604020202020204" pitchFamily="34" charset="0"/>
              </a:rPr>
              <a:t>bán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giày</a:t>
            </a:r>
            <a:r>
              <a:rPr lang="en-US">
                <a:latin typeface="Arial" panose="020B0604020202020204" pitchFamily="34" charset="0"/>
                <a:cs typeface="Arial" panose="020B0604020202020204" pitchFamily="34" charset="0"/>
              </a:rPr>
              <a:t>.</a:t>
            </a:r>
            <a:endParaRPr lang="vi-VN">
              <a:latin typeface="Arial" panose="020B0604020202020204" pitchFamily="34" charset="0"/>
              <a:cs typeface="Arial" panose="020B0604020202020204" pitchFamily="34" charset="0"/>
            </a:endParaRPr>
          </a:p>
          <a:p>
            <a:pPr algn="just"/>
            <a:r>
              <a:rPr lang="en-US" err="1">
                <a:latin typeface="Arial" panose="020B0604020202020204" pitchFamily="34" charset="0"/>
                <a:cs typeface="Arial" panose="020B0604020202020204" pitchFamily="34" charset="0"/>
              </a:rPr>
              <a:t>Đề</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tài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giới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hạn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trong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việc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tìm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hiểu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các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chức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năng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bản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của</a:t>
            </a:r>
            <a:r>
              <a:rPr lang="en-US">
                <a:latin typeface="Arial" panose="020B0604020202020204" pitchFamily="34" charset="0"/>
                <a:cs typeface="Arial" panose="020B0604020202020204" pitchFamily="34" charset="0"/>
              </a:rPr>
              <a:t> Figma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ứng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dụng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công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cụ</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này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thiết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kế</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giao</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diện</a:t>
            </a:r>
            <a:r>
              <a:rPr lang="en-US">
                <a:latin typeface="Arial" panose="020B0604020202020204" pitchFamily="34" charset="0"/>
                <a:cs typeface="Arial" panose="020B0604020202020204" pitchFamily="34" charset="0"/>
              </a:rPr>
              <a:t> website </a:t>
            </a:r>
            <a:r>
              <a:rPr lang="en-US" err="1">
                <a:latin typeface="Arial" panose="020B0604020202020204" pitchFamily="34" charset="0"/>
                <a:cs typeface="Arial" panose="020B0604020202020204" pitchFamily="34" charset="0"/>
              </a:rPr>
              <a:t>bán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giày</a:t>
            </a:r>
            <a:r>
              <a:rPr lang="en-US">
                <a:latin typeface="Arial" panose="020B0604020202020204" pitchFamily="34" charset="0"/>
                <a:cs typeface="Arial" panose="020B0604020202020204" pitchFamily="34" charset="0"/>
              </a:rPr>
              <a:t>, bao </a:t>
            </a:r>
            <a:r>
              <a:rPr lang="en-US" err="1">
                <a:latin typeface="Arial" panose="020B0604020202020204" pitchFamily="34" charset="0"/>
                <a:cs typeface="Arial" panose="020B0604020202020204" pitchFamily="34" charset="0"/>
              </a:rPr>
              <a:t>gồm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các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trang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chính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như</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trang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chủ</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trang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danh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mục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sản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phẩm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trang</a:t>
            </a:r>
            <a:r>
              <a:rPr lang="en-US">
                <a:latin typeface="Arial" panose="020B0604020202020204" pitchFamily="34" charset="0"/>
                <a:cs typeface="Arial" panose="020B0604020202020204" pitchFamily="34" charset="0"/>
              </a:rPr>
              <a:t> chi </a:t>
            </a:r>
            <a:r>
              <a:rPr lang="en-US" err="1">
                <a:latin typeface="Arial" panose="020B0604020202020204" pitchFamily="34" charset="0"/>
                <a:cs typeface="Arial" panose="020B0604020202020204" pitchFamily="34" charset="0"/>
              </a:rPr>
              <a:t>tiết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sản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phẩm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giỏ</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hàng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và</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thanh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toán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Đề</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tài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không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đề</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cập</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đến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việc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lập</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trình</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xây</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dựng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cơ</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sở</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dữ</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liệu</a:t>
            </a:r>
            <a:r>
              <a:rPr lang="en-US">
                <a:latin typeface="Arial" panose="020B0604020202020204" pitchFamily="34" charset="0"/>
                <a:cs typeface="Arial" panose="020B0604020202020204" pitchFamily="34" charset="0"/>
              </a:rPr>
              <a:t> hay </a:t>
            </a:r>
            <a:r>
              <a:rPr lang="en-US" err="1">
                <a:latin typeface="Arial" panose="020B0604020202020204" pitchFamily="34" charset="0"/>
                <a:cs typeface="Arial" panose="020B0604020202020204" pitchFamily="34" charset="0"/>
              </a:rPr>
              <a:t>triển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khai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hệ</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thống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trên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môi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trường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thực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tế</a:t>
            </a:r>
            <a:r>
              <a:rPr lang="en-US">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832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B6B3A-0176-DC81-44F7-A143C0BD2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A8660-D300-D859-4248-B75C57AE18F5}"/>
              </a:ext>
            </a:extLst>
          </p:cNvPr>
          <p:cNvSpPr>
            <a:spLocks noGrp="1"/>
          </p:cNvSpPr>
          <p:nvPr>
            <p:ph type="title"/>
          </p:nvPr>
        </p:nvSpPr>
        <p:spPr>
          <a:xfrm>
            <a:off x="841248" y="256032"/>
            <a:ext cx="10506456" cy="1014984"/>
          </a:xfrm>
        </p:spPr>
        <p:txBody>
          <a:bodyPr anchor="b">
            <a:normAutofit/>
          </a:bodyPr>
          <a:lstStyle/>
          <a:p>
            <a:r>
              <a:rPr lang="vi-VN" b="1">
                <a:latin typeface="Arial" panose="020B0604020202020204" pitchFamily="34" charset="0"/>
                <a:cs typeface="Arial" panose="020B0604020202020204" pitchFamily="34" charset="0"/>
              </a:rPr>
              <a:t>CƠ SỞ LÝ THUYẾT</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E23C805-FB45-9514-47C2-26801745FDC9}"/>
              </a:ext>
            </a:extLst>
          </p:cNvPr>
          <p:cNvSpPr>
            <a:spLocks noGrp="1"/>
          </p:cNvSpPr>
          <p:nvPr>
            <p:ph idx="1"/>
          </p:nvPr>
        </p:nvSpPr>
        <p:spPr>
          <a:xfrm>
            <a:off x="939569" y="1402310"/>
            <a:ext cx="3180147" cy="526433"/>
          </a:xfrm>
        </p:spPr>
        <p:txBody>
          <a:bodyPr>
            <a:noAutofit/>
          </a:bodyPr>
          <a:lstStyle/>
          <a:p>
            <a:pPr marL="0" indent="0">
              <a:buNone/>
            </a:pPr>
            <a:r>
              <a:rPr lang="vi-VN" sz="2400" b="1">
                <a:latin typeface="Arial" panose="020B0604020202020204" pitchFamily="34" charset="0"/>
                <a:cs typeface="Arial" panose="020B0604020202020204" pitchFamily="34" charset="0"/>
              </a:rPr>
              <a:t>Tìm hiểu về Figma</a:t>
            </a:r>
            <a:endParaRPr lang="en-US" sz="2400" b="1">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EBA172EF-0B05-3C18-9622-8FEE4B97FFF3}"/>
              </a:ext>
            </a:extLst>
          </p:cNvPr>
          <p:cNvSpPr txBox="1">
            <a:spLocks/>
          </p:cNvSpPr>
          <p:nvPr/>
        </p:nvSpPr>
        <p:spPr>
          <a:xfrm>
            <a:off x="865953" y="2361362"/>
            <a:ext cx="6527905" cy="406958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a:latin typeface="Arial" panose="020B0604020202020204" pitchFamily="34" charset="0"/>
                <a:cs typeface="Arial" panose="020B0604020202020204" pitchFamily="34" charset="0"/>
              </a:rPr>
              <a:t>Figma </a:t>
            </a:r>
            <a:r>
              <a:rPr lang="en-US" sz="3600" err="1">
                <a:latin typeface="Arial" panose="020B0604020202020204" pitchFamily="34" charset="0"/>
                <a:cs typeface="Arial" panose="020B0604020202020204" pitchFamily="34" charset="0"/>
              </a:rPr>
              <a:t>là</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một</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công</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cụ</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thiết</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kế</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đồ</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họa</a:t>
            </a:r>
            <a:r>
              <a:rPr lang="en-US" sz="3600">
                <a:latin typeface="Arial" panose="020B0604020202020204" pitchFamily="34" charset="0"/>
                <a:cs typeface="Arial" panose="020B0604020202020204" pitchFamily="34" charset="0"/>
              </a:rPr>
              <a:t> vector </a:t>
            </a:r>
            <a:r>
              <a:rPr lang="en-US" sz="3600" err="1">
                <a:latin typeface="Arial" panose="020B0604020202020204" pitchFamily="34" charset="0"/>
                <a:cs typeface="Arial" panose="020B0604020202020204" pitchFamily="34" charset="0"/>
              </a:rPr>
              <a:t>có</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giao</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diện</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người</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dùng</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trực</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tuyến</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dựa</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trên</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nền</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tảng</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đám</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mây</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cho</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phép</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người</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dùng</a:t>
            </a:r>
            <a:r>
              <a:rPr lang="en-US" sz="3600">
                <a:latin typeface="Arial" panose="020B0604020202020204" pitchFamily="34" charset="0"/>
                <a:cs typeface="Arial" panose="020B0604020202020204" pitchFamily="34" charset="0"/>
              </a:rPr>
              <a:t> </a:t>
            </a:r>
            <a:r>
              <a:rPr lang="vi-VN" sz="3600">
                <a:latin typeface="Arial" panose="020B0604020202020204" pitchFamily="34" charset="0"/>
                <a:cs typeface="Arial" panose="020B0604020202020204" pitchFamily="34" charset="0"/>
              </a:rPr>
              <a:t>thiết kế UI/UX</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dựng</a:t>
            </a:r>
            <a:r>
              <a:rPr lang="en-US" sz="3600">
                <a:latin typeface="Arial" panose="020B0604020202020204" pitchFamily="34" charset="0"/>
                <a:cs typeface="Arial" panose="020B0604020202020204" pitchFamily="34" charset="0"/>
              </a:rPr>
              <a:t> prototypes, </a:t>
            </a:r>
            <a:r>
              <a:rPr lang="en-US" sz="3600" err="1">
                <a:latin typeface="Arial" panose="020B0604020202020204" pitchFamily="34" charset="0"/>
                <a:cs typeface="Arial" panose="020B0604020202020204" pitchFamily="34" charset="0"/>
              </a:rPr>
              <a:t>phát</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triển</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và</a:t>
            </a:r>
            <a:r>
              <a:rPr lang="en-US" sz="3600">
                <a:latin typeface="Arial" panose="020B0604020202020204" pitchFamily="34" charset="0"/>
                <a:cs typeface="Arial" panose="020B0604020202020204" pitchFamily="34" charset="0"/>
              </a:rPr>
              <a:t> chia </a:t>
            </a:r>
            <a:r>
              <a:rPr lang="en-US" sz="3600" err="1">
                <a:latin typeface="Arial" panose="020B0604020202020204" pitchFamily="34" charset="0"/>
                <a:cs typeface="Arial" panose="020B0604020202020204" pitchFamily="34" charset="0"/>
              </a:rPr>
              <a:t>sẻ</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các</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thiết</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kế</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của</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họ</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với</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các</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thành</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viên</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khác</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trong</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nhóm</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làm</a:t>
            </a:r>
            <a:r>
              <a:rPr lang="en-US" sz="3600">
                <a:latin typeface="Arial" panose="020B0604020202020204" pitchFamily="34" charset="0"/>
                <a:cs typeface="Arial" panose="020B0604020202020204" pitchFamily="34" charset="0"/>
              </a:rPr>
              <a:t> </a:t>
            </a:r>
            <a:r>
              <a:rPr lang="en-US" sz="3600" err="1">
                <a:latin typeface="Arial" panose="020B0604020202020204" pitchFamily="34" charset="0"/>
                <a:cs typeface="Arial" panose="020B0604020202020204" pitchFamily="34" charset="0"/>
              </a:rPr>
              <a:t>việc</a:t>
            </a:r>
            <a:r>
              <a:rPr lang="en-US" sz="3600">
                <a:latin typeface="Arial" panose="020B0604020202020204" pitchFamily="34" charset="0"/>
                <a:cs typeface="Arial" panose="020B0604020202020204" pitchFamily="34" charset="0"/>
              </a:rPr>
              <a:t>.</a:t>
            </a:r>
          </a:p>
        </p:txBody>
      </p:sp>
      <p:pic>
        <p:nvPicPr>
          <p:cNvPr id="8" name="Picture 7">
            <a:extLst>
              <a:ext uri="{FF2B5EF4-FFF2-40B4-BE49-F238E27FC236}">
                <a16:creationId xmlns:a16="http://schemas.microsoft.com/office/drawing/2014/main" id="{F70A2B03-3977-5E55-D3C5-384A4E3104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8825" y="2361361"/>
            <a:ext cx="4069583" cy="4069583"/>
          </a:xfrm>
          <a:prstGeom prst="rect">
            <a:avLst/>
          </a:prstGeom>
        </p:spPr>
      </p:pic>
    </p:spTree>
    <p:extLst>
      <p:ext uri="{BB962C8B-B14F-4D97-AF65-F5344CB8AC3E}">
        <p14:creationId xmlns:p14="http://schemas.microsoft.com/office/powerpoint/2010/main" val="682658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2FBCF-8E30-C08F-5813-F4A56317C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D8F95-EAA8-4C4D-6D00-EBC14AD4EF0F}"/>
              </a:ext>
            </a:extLst>
          </p:cNvPr>
          <p:cNvSpPr>
            <a:spLocks noGrp="1"/>
          </p:cNvSpPr>
          <p:nvPr>
            <p:ph type="title"/>
          </p:nvPr>
        </p:nvSpPr>
        <p:spPr>
          <a:xfrm>
            <a:off x="841248" y="256032"/>
            <a:ext cx="10506456" cy="1014984"/>
          </a:xfrm>
        </p:spPr>
        <p:txBody>
          <a:bodyPr anchor="b">
            <a:normAutofit/>
          </a:bodyPr>
          <a:lstStyle/>
          <a:p>
            <a:r>
              <a:rPr lang="vi-VN" b="1">
                <a:latin typeface="Arial" panose="020B0604020202020204" pitchFamily="34" charset="0"/>
                <a:cs typeface="Arial" panose="020B0604020202020204" pitchFamily="34" charset="0"/>
              </a:rPr>
              <a:t>CƠ SỞ LÝ THUYẾT</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8295DBE8-E553-BECE-2114-986C284E802F}"/>
              </a:ext>
            </a:extLst>
          </p:cNvPr>
          <p:cNvSpPr>
            <a:spLocks noGrp="1"/>
          </p:cNvSpPr>
          <p:nvPr>
            <p:ph idx="1"/>
          </p:nvPr>
        </p:nvSpPr>
        <p:spPr>
          <a:xfrm>
            <a:off x="939569" y="1402310"/>
            <a:ext cx="5490728" cy="526433"/>
          </a:xfrm>
        </p:spPr>
        <p:txBody>
          <a:bodyPr>
            <a:noAutofit/>
          </a:bodyPr>
          <a:lstStyle/>
          <a:p>
            <a:pPr marL="0" indent="0">
              <a:buNone/>
            </a:pPr>
            <a:r>
              <a:rPr lang="vi-VN" sz="2400" b="1">
                <a:latin typeface="Arial" panose="020B0604020202020204" pitchFamily="34" charset="0"/>
                <a:cs typeface="Arial" panose="020B0604020202020204" pitchFamily="34" charset="0"/>
              </a:rPr>
              <a:t>Ưu điểm và nhược điểm của Figma</a:t>
            </a:r>
            <a:endParaRPr lang="en-US" sz="2400" b="1">
              <a:latin typeface="Arial" panose="020B0604020202020204" pitchFamily="34" charset="0"/>
              <a:cs typeface="Arial" panose="020B0604020202020204" pitchFamily="34" charset="0"/>
            </a:endParaRPr>
          </a:p>
        </p:txBody>
      </p:sp>
      <p:graphicFrame>
        <p:nvGraphicFramePr>
          <p:cNvPr id="8" name="Content Placeholder 3">
            <a:extLst>
              <a:ext uri="{FF2B5EF4-FFF2-40B4-BE49-F238E27FC236}">
                <a16:creationId xmlns:a16="http://schemas.microsoft.com/office/drawing/2014/main" id="{BC34B900-B221-E878-2707-824365ABCF0B}"/>
              </a:ext>
            </a:extLst>
          </p:cNvPr>
          <p:cNvGraphicFramePr>
            <a:graphicFrameLocks/>
          </p:cNvGraphicFramePr>
          <p:nvPr>
            <p:extLst>
              <p:ext uri="{D42A27DB-BD31-4B8C-83A1-F6EECF244321}">
                <p14:modId xmlns:p14="http://schemas.microsoft.com/office/powerpoint/2010/main" val="141588309"/>
              </p:ext>
            </p:extLst>
          </p:nvPr>
        </p:nvGraphicFramePr>
        <p:xfrm>
          <a:off x="668595" y="2182761"/>
          <a:ext cx="10953134" cy="42966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9758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3658C-C51C-55C8-C247-EC3EE76F1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50EC7-05A9-13A0-E4E5-139930C229DF}"/>
              </a:ext>
            </a:extLst>
          </p:cNvPr>
          <p:cNvSpPr>
            <a:spLocks noGrp="1"/>
          </p:cNvSpPr>
          <p:nvPr>
            <p:ph type="title"/>
          </p:nvPr>
        </p:nvSpPr>
        <p:spPr>
          <a:xfrm>
            <a:off x="841248" y="256032"/>
            <a:ext cx="10506456" cy="1014984"/>
          </a:xfrm>
        </p:spPr>
        <p:txBody>
          <a:bodyPr anchor="b">
            <a:normAutofit/>
          </a:bodyPr>
          <a:lstStyle/>
          <a:p>
            <a:r>
              <a:rPr lang="vi-VN" b="1">
                <a:latin typeface="Arial" panose="020B0604020202020204" pitchFamily="34" charset="0"/>
                <a:cs typeface="Arial" panose="020B0604020202020204" pitchFamily="34" charset="0"/>
              </a:rPr>
              <a:t>CƠ SỞ LÝ THUYẾT</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907F34DE-C45F-2256-EF9A-A85572DA517B}"/>
              </a:ext>
            </a:extLst>
          </p:cNvPr>
          <p:cNvSpPr>
            <a:spLocks noGrp="1"/>
          </p:cNvSpPr>
          <p:nvPr>
            <p:ph idx="1"/>
          </p:nvPr>
        </p:nvSpPr>
        <p:spPr>
          <a:xfrm>
            <a:off x="939569" y="1402310"/>
            <a:ext cx="3465283" cy="526433"/>
          </a:xfrm>
        </p:spPr>
        <p:txBody>
          <a:bodyPr>
            <a:noAutofit/>
          </a:bodyPr>
          <a:lstStyle/>
          <a:p>
            <a:pPr marL="0" indent="0">
              <a:buNone/>
            </a:pPr>
            <a:r>
              <a:rPr lang="vi-VN" sz="2400" b="1">
                <a:latin typeface="Arial" panose="020B0604020202020204" pitchFamily="34" charset="0"/>
                <a:cs typeface="Arial" panose="020B0604020202020204" pitchFamily="34" charset="0"/>
              </a:rPr>
              <a:t>Tìm hiểu về UI/UX (1)</a:t>
            </a:r>
            <a:endParaRPr lang="en-US" sz="2400" b="1">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49BAA557-64B7-AAEA-F102-3A9D9CFD4D33}"/>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a:latin typeface="Arial" panose="020B0604020202020204" pitchFamily="34" charset="0"/>
                <a:cs typeface="Arial" panose="020B0604020202020204" pitchFamily="34" charset="0"/>
              </a:rPr>
              <a:t>Thiết kế UI (User Interface) là thiết kế giao diện cho người dùng, bao gồm tất cả những gì mà người dùng có thể nhìn thấy như bố cục sắp xếp, màu sắc web, font chữ, hình ảnh trên web,… Thiết kế UI là yếu tố quan trọng, đóng vai trò truyền tải thông điệp từ người thiết kế, cũng như nhà cung cấp sản phẩm, dịch vụ đến với người </a:t>
            </a:r>
            <a:r>
              <a:rPr lang="vi-VN" sz="3200">
                <a:latin typeface="Arial" panose="020B0604020202020204" pitchFamily="34" charset="0"/>
                <a:cs typeface="Arial" panose="020B0604020202020204" pitchFamily="34" charset="0"/>
              </a:rPr>
              <a:t>dùng.</a:t>
            </a:r>
          </a:p>
        </p:txBody>
      </p:sp>
    </p:spTree>
    <p:extLst>
      <p:ext uri="{BB962C8B-B14F-4D97-AF65-F5344CB8AC3E}">
        <p14:creationId xmlns:p14="http://schemas.microsoft.com/office/powerpoint/2010/main" val="501551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1B649-F3FD-14E1-DF3A-A8C88C0E1B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F7F4C-779D-323E-BFDD-5EB21F7F74B6}"/>
              </a:ext>
            </a:extLst>
          </p:cNvPr>
          <p:cNvSpPr>
            <a:spLocks noGrp="1"/>
          </p:cNvSpPr>
          <p:nvPr>
            <p:ph type="title"/>
          </p:nvPr>
        </p:nvSpPr>
        <p:spPr>
          <a:xfrm>
            <a:off x="841248" y="256032"/>
            <a:ext cx="10506456" cy="1014984"/>
          </a:xfrm>
        </p:spPr>
        <p:txBody>
          <a:bodyPr anchor="b">
            <a:normAutofit/>
          </a:bodyPr>
          <a:lstStyle/>
          <a:p>
            <a:r>
              <a:rPr lang="vi-VN" b="1">
                <a:latin typeface="Arial" panose="020B0604020202020204" pitchFamily="34" charset="0"/>
                <a:cs typeface="Arial" panose="020B0604020202020204" pitchFamily="34" charset="0"/>
              </a:rPr>
              <a:t>CƠ SỞ LÝ THUYẾT</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56DF93F8-3E78-A1C3-12AC-269F7629A77D}"/>
              </a:ext>
            </a:extLst>
          </p:cNvPr>
          <p:cNvSpPr>
            <a:spLocks noGrp="1"/>
          </p:cNvSpPr>
          <p:nvPr>
            <p:ph idx="1"/>
          </p:nvPr>
        </p:nvSpPr>
        <p:spPr>
          <a:xfrm>
            <a:off x="939569" y="1402310"/>
            <a:ext cx="3504612" cy="526433"/>
          </a:xfrm>
        </p:spPr>
        <p:txBody>
          <a:bodyPr>
            <a:noAutofit/>
          </a:bodyPr>
          <a:lstStyle/>
          <a:p>
            <a:pPr marL="0" indent="0">
              <a:buNone/>
            </a:pPr>
            <a:r>
              <a:rPr lang="vi-VN" sz="2400" b="1">
                <a:latin typeface="Arial" panose="020B0604020202020204" pitchFamily="34" charset="0"/>
                <a:cs typeface="Arial" panose="020B0604020202020204" pitchFamily="34" charset="0"/>
              </a:rPr>
              <a:t>Tìm hiểu về UI/UX (2)</a:t>
            </a:r>
            <a:endParaRPr lang="en-US" sz="2400" b="1">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D49DB886-2EF8-4229-7BB5-99F736745772}"/>
              </a:ext>
            </a:extLst>
          </p:cNvPr>
          <p:cNvSpPr txBox="1">
            <a:spLocks/>
          </p:cNvSpPr>
          <p:nvPr/>
        </p:nvSpPr>
        <p:spPr>
          <a:xfrm>
            <a:off x="865953" y="2361362"/>
            <a:ext cx="10451592" cy="406958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a:latin typeface="Arial" panose="020B0604020202020204" pitchFamily="34" charset="0"/>
                <a:cs typeface="Arial" panose="020B0604020202020204" pitchFamily="34" charset="0"/>
              </a:rPr>
              <a:t>Thiết kế UX (User Experience) là thiết kế trải nghiệm cho người dùng. Các nhà thiết kế sẽ nghiên cứu những thói quen và đánh giá của người dùng khi sử dụng sản phẩm, dịch vụ như tính tiện ích, web/app đó có dễ sử dụng hay không, tính hiệu quả mang lại. Thiết kế UX đóng vai trò rất quan trọng vì nó sẽ ảnh hưởng khá nhiều đến việc người dùng có muốn ghé lại website/app của bạn hay không.</a:t>
            </a:r>
            <a:endParaRPr lang="en-US" sz="5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7626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13856-4896-98BC-E7BF-8667D189E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6BE81-6595-73F5-E3C5-F316D24C8311}"/>
              </a:ext>
            </a:extLst>
          </p:cNvPr>
          <p:cNvSpPr>
            <a:spLocks noGrp="1"/>
          </p:cNvSpPr>
          <p:nvPr>
            <p:ph type="title"/>
          </p:nvPr>
        </p:nvSpPr>
        <p:spPr>
          <a:xfrm>
            <a:off x="786384" y="87162"/>
            <a:ext cx="10506456" cy="740074"/>
          </a:xfrm>
        </p:spPr>
        <p:txBody>
          <a:bodyPr anchor="b">
            <a:normAutofit/>
          </a:bodyPr>
          <a:lstStyle/>
          <a:p>
            <a:r>
              <a:rPr lang="vi-VN" b="1">
                <a:latin typeface="Arial" panose="020B0604020202020204" pitchFamily="34" charset="0"/>
                <a:cs typeface="Arial" panose="020B0604020202020204" pitchFamily="34" charset="0"/>
              </a:rPr>
              <a:t>PHÂN TÍCH VÀ THIẾT KẾ GIAO DIỆN </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0E6FA901-89BE-8256-B8C0-856E771C70B7}"/>
              </a:ext>
            </a:extLst>
          </p:cNvPr>
          <p:cNvSpPr>
            <a:spLocks noGrp="1"/>
          </p:cNvSpPr>
          <p:nvPr>
            <p:ph idx="1"/>
          </p:nvPr>
        </p:nvSpPr>
        <p:spPr>
          <a:xfrm>
            <a:off x="939568" y="827236"/>
            <a:ext cx="4645155" cy="526433"/>
          </a:xfrm>
        </p:spPr>
        <p:txBody>
          <a:bodyPr>
            <a:noAutofit/>
          </a:bodyPr>
          <a:lstStyle/>
          <a:p>
            <a:pPr marL="0" indent="0">
              <a:buNone/>
            </a:pPr>
            <a:r>
              <a:rPr lang="vi-VN" sz="2400" b="1">
                <a:latin typeface="Arial" panose="020B0604020202020204" pitchFamily="34" charset="0"/>
                <a:cs typeface="Arial" panose="020B0604020202020204" pitchFamily="34" charset="0"/>
              </a:rPr>
              <a:t>Phân tích đặc tả hệ thống (1)</a:t>
            </a:r>
            <a:endParaRPr lang="en-US" sz="2400" b="1">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4E3CBB73-691A-179C-7468-E01ECF5F645B}"/>
              </a:ext>
            </a:extLst>
          </p:cNvPr>
          <p:cNvSpPr txBox="1">
            <a:spLocks/>
          </p:cNvSpPr>
          <p:nvPr/>
        </p:nvSpPr>
        <p:spPr>
          <a:xfrm>
            <a:off x="865953" y="2361363"/>
            <a:ext cx="10451592" cy="40394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100">
                <a:latin typeface="Arial" panose="020B0604020202020204" pitchFamily="34" charset="0"/>
                <a:cs typeface="Arial" panose="020B0604020202020204" pitchFamily="34" charset="0"/>
              </a:rPr>
              <a:t>Liên</a:t>
            </a:r>
            <a:r>
              <a:rPr lang="vi-VN" sz="3100">
                <a:latin typeface="Arial" panose="020B0604020202020204" pitchFamily="34" charset="0"/>
                <a:cs typeface="Arial" panose="020B0604020202020204" pitchFamily="34" charset="0"/>
              </a:rPr>
              <a:t> kết đến các trang chức năng: </a:t>
            </a:r>
            <a:r>
              <a:rPr lang="en-US" sz="3100">
                <a:latin typeface="Arial" panose="020B0604020202020204" pitchFamily="34" charset="0"/>
                <a:cs typeface="Arial" panose="020B0604020202020204" pitchFamily="34" charset="0"/>
              </a:rPr>
              <a:t>Cho phép người dùng truy nhanh đến các trang chức năng và trang sản phẩm thông qua thao tác nhấp chuột</a:t>
            </a:r>
            <a:r>
              <a:rPr lang="vi-VN" sz="3100">
                <a:latin typeface="Arial" panose="020B0604020202020204" pitchFamily="34" charset="0"/>
                <a:cs typeface="Arial" panose="020B0604020202020204" pitchFamily="34" charset="0"/>
              </a:rPr>
              <a:t>.</a:t>
            </a:r>
          </a:p>
          <a:p>
            <a:pPr lvl="0"/>
            <a:r>
              <a:rPr lang="en-US" sz="3100">
                <a:latin typeface="Arial" panose="020B0604020202020204" pitchFamily="34" charset="0"/>
                <a:cs typeface="Arial" panose="020B0604020202020204" pitchFamily="34" charset="0"/>
              </a:rPr>
              <a:t>Tìm kiếm sản phẩm: </a:t>
            </a:r>
            <a:r>
              <a:rPr lang="vi-VN" sz="3100">
                <a:latin typeface="Arial" panose="020B0604020202020204" pitchFamily="34" charset="0"/>
                <a:cs typeface="Arial" panose="020B0604020202020204" pitchFamily="34" charset="0"/>
              </a:rPr>
              <a:t>T</a:t>
            </a:r>
            <a:r>
              <a:rPr lang="en-US" sz="3100">
                <a:latin typeface="Arial" panose="020B0604020202020204" pitchFamily="34" charset="0"/>
                <a:cs typeface="Arial" panose="020B0604020202020204" pitchFamily="34" charset="0"/>
              </a:rPr>
              <a:t>ìm kiếm giày theo tên, thương hiệu hoặc từ khóa liên quan. </a:t>
            </a:r>
            <a:endParaRPr lang="vi-VN" sz="3100">
              <a:latin typeface="Arial" panose="020B0604020202020204" pitchFamily="34" charset="0"/>
              <a:cs typeface="Arial" panose="020B0604020202020204" pitchFamily="34" charset="0"/>
            </a:endParaRPr>
          </a:p>
          <a:p>
            <a:pPr lvl="0"/>
            <a:r>
              <a:rPr lang="en-US" sz="3100">
                <a:latin typeface="Arial" panose="020B0604020202020204" pitchFamily="34" charset="0"/>
                <a:cs typeface="Arial" panose="020B0604020202020204" pitchFamily="34" charset="0"/>
              </a:rPr>
              <a:t>Giỏ hàng: thêm</a:t>
            </a:r>
            <a:r>
              <a:rPr lang="vi-VN" sz="3100">
                <a:latin typeface="Arial" panose="020B0604020202020204" pitchFamily="34" charset="0"/>
                <a:cs typeface="Arial" panose="020B0604020202020204" pitchFamily="34" charset="0"/>
              </a:rPr>
              <a:t> hoặc xem</a:t>
            </a:r>
            <a:r>
              <a:rPr lang="en-US" sz="3100">
                <a:latin typeface="Arial" panose="020B0604020202020204" pitchFamily="34" charset="0"/>
                <a:cs typeface="Arial" panose="020B0604020202020204" pitchFamily="34" charset="0"/>
              </a:rPr>
              <a:t> sản phẩm </a:t>
            </a:r>
            <a:r>
              <a:rPr lang="vi-VN" sz="3100">
                <a:latin typeface="Arial" panose="020B0604020202020204" pitchFamily="34" charset="0"/>
                <a:cs typeface="Arial" panose="020B0604020202020204" pitchFamily="34" charset="0"/>
              </a:rPr>
              <a:t>trong</a:t>
            </a:r>
            <a:r>
              <a:rPr lang="en-US" sz="3100">
                <a:latin typeface="Arial" panose="020B0604020202020204" pitchFamily="34" charset="0"/>
                <a:cs typeface="Arial" panose="020B0604020202020204" pitchFamily="34" charset="0"/>
              </a:rPr>
              <a:t> giỏ hàng, điều chỉnh số lượng hoặc xóa sản phẩm khỏi giỏ. </a:t>
            </a:r>
          </a:p>
          <a:p>
            <a:pPr lvl="0"/>
            <a:r>
              <a:rPr lang="en-US" sz="3100">
                <a:latin typeface="Arial" panose="020B0604020202020204" pitchFamily="34" charset="0"/>
                <a:cs typeface="Arial" panose="020B0604020202020204" pitchFamily="34" charset="0"/>
              </a:rPr>
              <a:t>Đăng ký và đăng nhập.</a:t>
            </a:r>
          </a:p>
          <a:p>
            <a:pPr lvl="0"/>
            <a:r>
              <a:rPr lang="en-US" sz="3100">
                <a:latin typeface="Arial" panose="020B0604020202020204" pitchFamily="34" charset="0"/>
                <a:cs typeface="Arial" panose="020B0604020202020204" pitchFamily="34" charset="0"/>
              </a:rPr>
              <a:t>Thanh toán:</a:t>
            </a:r>
            <a:r>
              <a:rPr lang="en-US" sz="3100" b="1">
                <a:latin typeface="Arial" panose="020B0604020202020204" pitchFamily="34" charset="0"/>
                <a:cs typeface="Arial" panose="020B0604020202020204" pitchFamily="34" charset="0"/>
              </a:rPr>
              <a:t> </a:t>
            </a:r>
            <a:r>
              <a:rPr lang="en-US" sz="3100">
                <a:latin typeface="Arial" panose="020B0604020202020204" pitchFamily="34" charset="0"/>
                <a:cs typeface="Arial" panose="020B0604020202020204" pitchFamily="34" charset="0"/>
              </a:rPr>
              <a:t>Hỗ trợ người dùng nhập thông tin nhận hàng, lựa chọn hình thức thanh toán và xác nhận đơn hàng trước khi hoàn tất giao dịch.</a:t>
            </a:r>
          </a:p>
          <a:p>
            <a:pPr algn="just"/>
            <a:endParaRPr lang="en-US" sz="5400">
              <a:latin typeface="Arial" panose="020B0604020202020204" pitchFamily="34" charset="0"/>
              <a:cs typeface="Arial" panose="020B0604020202020204" pitchFamily="34" charset="0"/>
            </a:endParaRPr>
          </a:p>
        </p:txBody>
      </p:sp>
      <p:sp>
        <p:nvSpPr>
          <p:cNvPr id="3" name="Content Placeholder 4">
            <a:extLst>
              <a:ext uri="{FF2B5EF4-FFF2-40B4-BE49-F238E27FC236}">
                <a16:creationId xmlns:a16="http://schemas.microsoft.com/office/drawing/2014/main" id="{7281059A-14CC-6F78-7FB6-4EA559A1B3B3}"/>
              </a:ext>
            </a:extLst>
          </p:cNvPr>
          <p:cNvSpPr txBox="1">
            <a:spLocks/>
          </p:cNvSpPr>
          <p:nvPr/>
        </p:nvSpPr>
        <p:spPr>
          <a:xfrm>
            <a:off x="1037892" y="1353669"/>
            <a:ext cx="4301024" cy="526433"/>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400" b="1">
                <a:latin typeface="Arial" panose="020B0604020202020204" pitchFamily="34" charset="0"/>
                <a:cs typeface="Arial" panose="020B0604020202020204" pitchFamily="34" charset="0"/>
              </a:rPr>
              <a:t> Đặc tả yêu cầu chức năng</a:t>
            </a:r>
            <a:endParaRPr lang="en-US" sz="24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566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91A68-6309-4148-C701-CBACC96BB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C54C5C-2901-1B3C-6C01-ED8C6AE384DF}"/>
              </a:ext>
            </a:extLst>
          </p:cNvPr>
          <p:cNvSpPr>
            <a:spLocks noGrp="1"/>
          </p:cNvSpPr>
          <p:nvPr>
            <p:ph type="title"/>
          </p:nvPr>
        </p:nvSpPr>
        <p:spPr>
          <a:xfrm>
            <a:off x="786384" y="87162"/>
            <a:ext cx="10506456" cy="740074"/>
          </a:xfrm>
        </p:spPr>
        <p:txBody>
          <a:bodyPr anchor="b">
            <a:normAutofit/>
          </a:bodyPr>
          <a:lstStyle/>
          <a:p>
            <a:r>
              <a:rPr lang="vi-VN" b="1">
                <a:latin typeface="Arial" panose="020B0604020202020204" pitchFamily="34" charset="0"/>
                <a:cs typeface="Arial" panose="020B0604020202020204" pitchFamily="34" charset="0"/>
              </a:rPr>
              <a:t>PHÂN TÍCH VÀ THIẾT KẾ GIAO DIỆN </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3EF55467-D7DB-6448-0D04-EF6D0C6BC905}"/>
              </a:ext>
            </a:extLst>
          </p:cNvPr>
          <p:cNvSpPr>
            <a:spLocks noGrp="1"/>
          </p:cNvSpPr>
          <p:nvPr>
            <p:ph idx="1"/>
          </p:nvPr>
        </p:nvSpPr>
        <p:spPr>
          <a:xfrm>
            <a:off x="939568" y="827236"/>
            <a:ext cx="4645155" cy="526433"/>
          </a:xfrm>
        </p:spPr>
        <p:txBody>
          <a:bodyPr>
            <a:noAutofit/>
          </a:bodyPr>
          <a:lstStyle/>
          <a:p>
            <a:pPr marL="0" indent="0">
              <a:buNone/>
            </a:pPr>
            <a:r>
              <a:rPr lang="vi-VN" sz="2400" b="1">
                <a:latin typeface="Arial" panose="020B0604020202020204" pitchFamily="34" charset="0"/>
                <a:cs typeface="Arial" panose="020B0604020202020204" pitchFamily="34" charset="0"/>
              </a:rPr>
              <a:t>Phân tích đặc tả hệ thống (2)</a:t>
            </a:r>
            <a:endParaRPr lang="en-US" sz="2400" b="1">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838D1E70-2E4F-21E5-6A6C-B1458FE6A5B1}"/>
              </a:ext>
            </a:extLst>
          </p:cNvPr>
          <p:cNvSpPr txBox="1">
            <a:spLocks/>
          </p:cNvSpPr>
          <p:nvPr/>
        </p:nvSpPr>
        <p:spPr>
          <a:xfrm>
            <a:off x="865953" y="2361363"/>
            <a:ext cx="10451592" cy="40394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latin typeface="Arial" panose="020B0604020202020204" pitchFamily="34" charset="0"/>
                <a:cs typeface="Arial" panose="020B0604020202020204" pitchFamily="34" charset="0"/>
              </a:rPr>
              <a:t>Giao diện trực quan, dễ thao </a:t>
            </a:r>
            <a:r>
              <a:rPr lang="vi-VN">
                <a:latin typeface="Arial" panose="020B0604020202020204" pitchFamily="34" charset="0"/>
                <a:cs typeface="Arial" panose="020B0604020202020204" pitchFamily="34" charset="0"/>
              </a:rPr>
              <a:t>tác.</a:t>
            </a:r>
          </a:p>
          <a:p>
            <a:pPr lvl="0"/>
            <a:r>
              <a:rPr lang="en-US">
                <a:latin typeface="Arial" panose="020B0604020202020204" pitchFamily="34" charset="0"/>
                <a:cs typeface="Arial" panose="020B0604020202020204" pitchFamily="34" charset="0"/>
              </a:rPr>
              <a:t>Tính nhất quán trong thiết kế</a:t>
            </a:r>
            <a:r>
              <a:rPr lang="vi-VN">
                <a:latin typeface="Arial" panose="020B0604020202020204" pitchFamily="34" charset="0"/>
                <a:cs typeface="Arial" panose="020B0604020202020204" pitchFamily="34" charset="0"/>
              </a:rPr>
              <a:t>.</a:t>
            </a:r>
            <a:endParaRPr lang="en-US">
              <a:latin typeface="Arial" panose="020B0604020202020204" pitchFamily="34" charset="0"/>
              <a:cs typeface="Arial" panose="020B0604020202020204" pitchFamily="34" charset="0"/>
            </a:endParaRPr>
          </a:p>
          <a:p>
            <a:pPr lvl="0"/>
            <a:r>
              <a:rPr lang="en-US">
                <a:latin typeface="Arial" panose="020B0604020202020204" pitchFamily="34" charset="0"/>
                <a:cs typeface="Arial" panose="020B0604020202020204" pitchFamily="34" charset="0"/>
              </a:rPr>
              <a:t>Tốc độ phản hồi</a:t>
            </a:r>
            <a:r>
              <a:rPr lang="vi-VN">
                <a:latin typeface="Arial" panose="020B0604020202020204" pitchFamily="34" charset="0"/>
                <a:cs typeface="Arial" panose="020B0604020202020204" pitchFamily="34" charset="0"/>
              </a:rPr>
              <a:t> giữa các trang nhanh chóng</a:t>
            </a:r>
            <a:r>
              <a:rPr lang="en-US">
                <a:latin typeface="Arial" panose="020B0604020202020204" pitchFamily="34" charset="0"/>
                <a:cs typeface="Arial" panose="020B0604020202020204" pitchFamily="34" charset="0"/>
              </a:rPr>
              <a:t>.</a:t>
            </a:r>
          </a:p>
          <a:p>
            <a:pPr lvl="0"/>
            <a:r>
              <a:rPr lang="en-US">
                <a:latin typeface="Arial" panose="020B0604020202020204" pitchFamily="34" charset="0"/>
                <a:cs typeface="Arial" panose="020B0604020202020204" pitchFamily="34" charset="0"/>
              </a:rPr>
              <a:t>Tương thích đa thiết bị (Responsive): Bố cục giao diện phải hiển thị tốt trên cả điện thoại, máy tính bảng và máy tính để bàn.</a:t>
            </a:r>
          </a:p>
          <a:p>
            <a:pPr lvl="0"/>
            <a:r>
              <a:rPr lang="en-US">
                <a:latin typeface="Arial" panose="020B0604020202020204" pitchFamily="34" charset="0"/>
                <a:cs typeface="Arial" panose="020B0604020202020204" pitchFamily="34" charset="0"/>
              </a:rPr>
              <a:t>Tính dễ bảo trì và chỉnh sửa: Các thành phần giao diện được xây dựng theo cấu trúc rõ ràng</a:t>
            </a:r>
            <a:r>
              <a:rPr lang="vi-VN">
                <a:latin typeface="Arial" panose="020B0604020202020204" pitchFamily="34" charset="0"/>
                <a:cs typeface="Arial" panose="020B0604020202020204" pitchFamily="34" charset="0"/>
              </a:rPr>
              <a:t>.</a:t>
            </a:r>
            <a:r>
              <a:rPr lang="en-US">
                <a:latin typeface="Arial" panose="020B0604020202020204" pitchFamily="34" charset="0"/>
                <a:cs typeface="Arial" panose="020B0604020202020204" pitchFamily="34" charset="0"/>
              </a:rPr>
              <a:t>c</a:t>
            </a:r>
          </a:p>
        </p:txBody>
      </p:sp>
      <p:sp>
        <p:nvSpPr>
          <p:cNvPr id="3" name="Content Placeholder 4">
            <a:extLst>
              <a:ext uri="{FF2B5EF4-FFF2-40B4-BE49-F238E27FC236}">
                <a16:creationId xmlns:a16="http://schemas.microsoft.com/office/drawing/2014/main" id="{EDE4E059-7362-EA1B-82CF-5A65DBCCB12A}"/>
              </a:ext>
            </a:extLst>
          </p:cNvPr>
          <p:cNvSpPr txBox="1">
            <a:spLocks/>
          </p:cNvSpPr>
          <p:nvPr/>
        </p:nvSpPr>
        <p:spPr>
          <a:xfrm>
            <a:off x="1037891" y="1353669"/>
            <a:ext cx="4700015" cy="526433"/>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sz="2400" b="1">
                <a:latin typeface="Arial" panose="020B0604020202020204" pitchFamily="34" charset="0"/>
                <a:cs typeface="Arial" panose="020B0604020202020204" pitchFamily="34" charset="0"/>
              </a:rPr>
              <a:t> Đặc tả yêu cầu phi chức năng</a:t>
            </a:r>
            <a:endParaRPr lang="en-US" sz="24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2584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997E1-8036-9262-4B7D-9DDD1116D9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7328FA-222B-E23B-5949-C5A7E4CE9BAC}"/>
              </a:ext>
            </a:extLst>
          </p:cNvPr>
          <p:cNvSpPr>
            <a:spLocks noGrp="1"/>
          </p:cNvSpPr>
          <p:nvPr>
            <p:ph type="title"/>
          </p:nvPr>
        </p:nvSpPr>
        <p:spPr>
          <a:xfrm>
            <a:off x="841248" y="256032"/>
            <a:ext cx="10506456" cy="1014984"/>
          </a:xfrm>
        </p:spPr>
        <p:txBody>
          <a:bodyPr anchor="b">
            <a:normAutofit/>
          </a:bodyPr>
          <a:lstStyle/>
          <a:p>
            <a:r>
              <a:rPr lang="vi-VN" b="1">
                <a:latin typeface="Arial" panose="020B0604020202020204" pitchFamily="34" charset="0"/>
                <a:cs typeface="Arial" panose="020B0604020202020204" pitchFamily="34" charset="0"/>
              </a:rPr>
              <a:t>PHÂN TÍCH VÀ THIẾT KẾ GIAO DIỆN </a:t>
            </a:r>
            <a:endParaRPr lang="en-US" b="1">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7A505022-4966-C385-F7C0-2DA8E8A67D6A}"/>
              </a:ext>
            </a:extLst>
          </p:cNvPr>
          <p:cNvSpPr>
            <a:spLocks noGrp="1"/>
          </p:cNvSpPr>
          <p:nvPr>
            <p:ph idx="1"/>
          </p:nvPr>
        </p:nvSpPr>
        <p:spPr>
          <a:xfrm>
            <a:off x="939569" y="1402310"/>
            <a:ext cx="3504612" cy="526433"/>
          </a:xfrm>
        </p:spPr>
        <p:txBody>
          <a:bodyPr>
            <a:noAutofit/>
          </a:bodyPr>
          <a:lstStyle/>
          <a:p>
            <a:pPr marL="0" indent="0">
              <a:buNone/>
            </a:pPr>
            <a:r>
              <a:rPr lang="vi-VN" sz="2400" b="1">
                <a:latin typeface="Arial" panose="020B0604020202020204" pitchFamily="34" charset="0"/>
                <a:cs typeface="Arial" panose="020B0604020202020204" pitchFamily="34" charset="0"/>
              </a:rPr>
              <a:t>Thiết kế giao diện</a:t>
            </a:r>
            <a:endParaRPr lang="en-US" sz="2400" b="1">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2147E615-90B6-C6CE-378D-858C83ADA212}"/>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5400">
              <a:latin typeface="Arial" panose="020B0604020202020204" pitchFamily="34" charset="0"/>
              <a:cs typeface="Arial" panose="020B0604020202020204" pitchFamily="34" charset="0"/>
            </a:endParaRPr>
          </a:p>
        </p:txBody>
      </p:sp>
      <p:sp>
        <p:nvSpPr>
          <p:cNvPr id="7" name="Content Placeholder 4">
            <a:extLst>
              <a:ext uri="{FF2B5EF4-FFF2-40B4-BE49-F238E27FC236}">
                <a16:creationId xmlns:a16="http://schemas.microsoft.com/office/drawing/2014/main" id="{53B11326-92C1-01B3-351A-51955DC0E49D}"/>
              </a:ext>
            </a:extLst>
          </p:cNvPr>
          <p:cNvSpPr txBox="1">
            <a:spLocks/>
          </p:cNvSpPr>
          <p:nvPr/>
        </p:nvSpPr>
        <p:spPr>
          <a:xfrm>
            <a:off x="865953" y="2361363"/>
            <a:ext cx="10451592" cy="40394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latin typeface="Arial" panose="020B0604020202020204" pitchFamily="34" charset="0"/>
                <a:cs typeface="Arial" panose="020B0604020202020204" pitchFamily="34" charset="0"/>
              </a:rPr>
              <a:t>Giao </a:t>
            </a:r>
            <a:r>
              <a:rPr lang="vi-VN">
                <a:latin typeface="Arial" panose="020B0604020202020204" pitchFamily="34" charset="0"/>
                <a:cs typeface="Arial" panose="020B0604020202020204" pitchFamily="34" charset="0"/>
              </a:rPr>
              <a:t>diện trang chủ</a:t>
            </a:r>
          </a:p>
          <a:p>
            <a:pPr lvl="0"/>
            <a:r>
              <a:rPr lang="vi-VN">
                <a:latin typeface="Arial" panose="020B0604020202020204" pitchFamily="34" charset="0"/>
                <a:cs typeface="Arial" panose="020B0604020202020204" pitchFamily="34" charset="0"/>
              </a:rPr>
              <a:t>Giao diện danh mục sản phẩm (Nike/Vans/Adidas/Sale)</a:t>
            </a:r>
            <a:endParaRPr lang="en-US">
              <a:latin typeface="Arial" panose="020B0604020202020204" pitchFamily="34" charset="0"/>
              <a:cs typeface="Arial" panose="020B0604020202020204" pitchFamily="34" charset="0"/>
            </a:endParaRPr>
          </a:p>
          <a:p>
            <a:pPr lvl="0"/>
            <a:r>
              <a:rPr lang="en-US">
                <a:latin typeface="Arial" panose="020B0604020202020204" pitchFamily="34" charset="0"/>
                <a:cs typeface="Arial" panose="020B0604020202020204" pitchFamily="34" charset="0"/>
              </a:rPr>
              <a:t>Giao </a:t>
            </a:r>
            <a:r>
              <a:rPr lang="vi-VN">
                <a:latin typeface="Arial" panose="020B0604020202020204" pitchFamily="34" charset="0"/>
                <a:cs typeface="Arial" panose="020B0604020202020204" pitchFamily="34" charset="0"/>
              </a:rPr>
              <a:t>diện tất cả sản phảm (Sneaker)</a:t>
            </a:r>
          </a:p>
          <a:p>
            <a:pPr lvl="0"/>
            <a:r>
              <a:rPr lang="vi-VN">
                <a:latin typeface="Arial" panose="020B0604020202020204" pitchFamily="34" charset="0"/>
                <a:cs typeface="Arial" panose="020B0604020202020204" pitchFamily="34" charset="0"/>
              </a:rPr>
              <a:t>Giao diện trang chi tiết sản phẩm</a:t>
            </a:r>
          </a:p>
          <a:p>
            <a:pPr lvl="0"/>
            <a:r>
              <a:rPr lang="vi-VN">
                <a:latin typeface="Arial" panose="020B0604020202020204" pitchFamily="34" charset="0"/>
                <a:cs typeface="Arial" panose="020B0604020202020204" pitchFamily="34" charset="0"/>
              </a:rPr>
              <a:t>Giao diện trang giỏ hàng</a:t>
            </a:r>
          </a:p>
          <a:p>
            <a:pPr lvl="0"/>
            <a:r>
              <a:rPr lang="vi-VN">
                <a:latin typeface="Arial" panose="020B0604020202020204" pitchFamily="34" charset="0"/>
                <a:cs typeface="Arial" panose="020B0604020202020204" pitchFamily="34" charset="0"/>
              </a:rPr>
              <a:t>Giao diện trang đặt hàng</a:t>
            </a:r>
          </a:p>
          <a:p>
            <a:pPr lvl="0"/>
            <a:r>
              <a:rPr lang="vi-VN">
                <a:latin typeface="Arial" panose="020B0604020202020204" pitchFamily="34" charset="0"/>
                <a:cs typeface="Arial" panose="020B0604020202020204" pitchFamily="34" charset="0"/>
              </a:rPr>
              <a:t>Giao diện trang thanh toán thành công</a:t>
            </a:r>
          </a:p>
          <a:p>
            <a:pPr lvl="0"/>
            <a:r>
              <a:rPr lang="vi-VN">
                <a:latin typeface="Arial" panose="020B0604020202020204" pitchFamily="34" charset="0"/>
                <a:cs typeface="Arial" panose="020B0604020202020204" pitchFamily="34" charset="0"/>
              </a:rPr>
              <a:t>Giao diện trang đăng nhập/đăng ký</a:t>
            </a:r>
          </a:p>
        </p:txBody>
      </p:sp>
    </p:spTree>
    <p:extLst>
      <p:ext uri="{BB962C8B-B14F-4D97-AF65-F5344CB8AC3E}">
        <p14:creationId xmlns:p14="http://schemas.microsoft.com/office/powerpoint/2010/main" val="784009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DED9AD-270B-F462-71AD-84052198525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5630C99-97BB-ED8A-3E78-B57A3D844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F7403CA3-6302-978B-F98D-8998081D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CF129E-6AAB-345E-5A40-5633D233DFF5}"/>
              </a:ext>
            </a:extLst>
          </p:cNvPr>
          <p:cNvSpPr>
            <a:spLocks noGrp="1"/>
          </p:cNvSpPr>
          <p:nvPr>
            <p:ph type="title"/>
          </p:nvPr>
        </p:nvSpPr>
        <p:spPr>
          <a:xfrm>
            <a:off x="841246" y="978619"/>
            <a:ext cx="5991244" cy="628564"/>
          </a:xfrm>
        </p:spPr>
        <p:txBody>
          <a:bodyPr>
            <a:normAutofit/>
          </a:bodyPr>
          <a:lstStyle/>
          <a:p>
            <a:r>
              <a:rPr lang="vi-VN" sz="3200" b="1">
                <a:latin typeface="Arial" panose="020B0604020202020204" pitchFamily="34" charset="0"/>
                <a:cs typeface="Arial" panose="020B0604020202020204" pitchFamily="34" charset="0"/>
              </a:rPr>
              <a:t>KẾT QUẢ NGHIÊN CỨU</a:t>
            </a:r>
            <a:endParaRPr lang="en-US" sz="3200" b="1">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B82D1950-8A6B-BA34-8064-96AD46399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F44482A4-1F16-5913-94CD-7A9E57892E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DC4C1DF3-04D0-FC58-F622-F8F3B813478F}"/>
              </a:ext>
            </a:extLst>
          </p:cNvPr>
          <p:cNvSpPr>
            <a:spLocks noGrp="1"/>
          </p:cNvSpPr>
          <p:nvPr>
            <p:ph idx="1"/>
          </p:nvPr>
        </p:nvSpPr>
        <p:spPr>
          <a:xfrm>
            <a:off x="877458" y="1654962"/>
            <a:ext cx="3509688" cy="447505"/>
          </a:xfrm>
        </p:spPr>
        <p:txBody>
          <a:bodyPr>
            <a:normAutofit/>
          </a:bodyPr>
          <a:lstStyle/>
          <a:p>
            <a:pPr marL="0" indent="0">
              <a:buNone/>
            </a:pPr>
            <a:r>
              <a:rPr lang="vi-VN" sz="1800" b="1">
                <a:latin typeface="Arial" panose="020B0604020202020204" pitchFamily="34" charset="0"/>
                <a:cs typeface="Arial" panose="020B0604020202020204" pitchFamily="34" charset="0"/>
              </a:rPr>
              <a:t>Giao diện trang chủ</a:t>
            </a:r>
            <a:endParaRPr lang="en-US" sz="1800" b="1">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11FC74B-8630-4E59-7BD0-102A5366E6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0248" y="412650"/>
            <a:ext cx="2016568" cy="5845126"/>
          </a:xfrm>
          <a:prstGeom prst="rect">
            <a:avLst/>
          </a:prstGeom>
        </p:spPr>
      </p:pic>
      <p:sp>
        <p:nvSpPr>
          <p:cNvPr id="3" name="Content Placeholder 4">
            <a:extLst>
              <a:ext uri="{FF2B5EF4-FFF2-40B4-BE49-F238E27FC236}">
                <a16:creationId xmlns:a16="http://schemas.microsoft.com/office/drawing/2014/main" id="{4699EAF7-A6CB-CA4B-C851-F8B0EED2F6B6}"/>
              </a:ext>
            </a:extLst>
          </p:cNvPr>
          <p:cNvSpPr txBox="1">
            <a:spLocks/>
          </p:cNvSpPr>
          <p:nvPr/>
        </p:nvSpPr>
        <p:spPr>
          <a:xfrm>
            <a:off x="877457" y="2349221"/>
            <a:ext cx="5955033" cy="3346409"/>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vi-VN" sz="1700">
                <a:latin typeface="Arial" panose="020B0604020202020204" pitchFamily="34" charset="0"/>
                <a:cs typeface="Arial" panose="020B0604020202020204" pitchFamily="34" charset="0"/>
              </a:rPr>
              <a:t>Giao diện trang chủ website có layout gồm 3 phần chính:</a:t>
            </a:r>
            <a:endParaRPr lang="en-US" sz="1700">
              <a:latin typeface="Arial" panose="020B0604020202020204" pitchFamily="34" charset="0"/>
              <a:cs typeface="Arial" panose="020B0604020202020204" pitchFamily="34" charset="0"/>
            </a:endParaRPr>
          </a:p>
          <a:p>
            <a:r>
              <a:rPr lang="vi-VN" sz="1700">
                <a:latin typeface="Arial" panose="020B0604020202020204" pitchFamily="34" charset="0"/>
                <a:cs typeface="Arial" panose="020B0604020202020204" pitchFamily="34" charset="0"/>
              </a:rPr>
              <a:t> Phần Header ở phía trên, chứa các thông tin như: logo, tìm kiếm, giỏ hàng và tài khoản.</a:t>
            </a:r>
            <a:r>
              <a:rPr lang="en-US" sz="1700">
                <a:latin typeface="Arial" panose="020B0604020202020204" pitchFamily="34" charset="0"/>
                <a:cs typeface="Arial" panose="020B0604020202020204" pitchFamily="34" charset="0"/>
              </a:rPr>
              <a:t> Thanh điều hướng </a:t>
            </a:r>
            <a:r>
              <a:rPr lang="vi-VN" sz="1700">
                <a:latin typeface="Arial" panose="020B0604020202020204" pitchFamily="34" charset="0"/>
                <a:cs typeface="Arial" panose="020B0604020202020204" pitchFamily="34" charset="0"/>
              </a:rPr>
              <a:t>giúp </a:t>
            </a:r>
            <a:r>
              <a:rPr lang="en-US" sz="1700">
                <a:latin typeface="Arial" panose="020B0604020202020204" pitchFamily="34" charset="0"/>
                <a:cs typeface="Arial" panose="020B0604020202020204" pitchFamily="34" charset="0"/>
              </a:rPr>
              <a:t>truy cập nhanh đến các trang chính như trang chủ, </a:t>
            </a:r>
            <a:r>
              <a:rPr lang="vi-VN" sz="1700">
                <a:latin typeface="Arial" panose="020B0604020202020204" pitchFamily="34" charset="0"/>
                <a:cs typeface="Arial" panose="020B0604020202020204" pitchFamily="34" charset="0"/>
              </a:rPr>
              <a:t>Nike, Vans, Adidas, Sale.</a:t>
            </a:r>
            <a:endParaRPr lang="en-US" sz="1700">
              <a:latin typeface="Arial" panose="020B0604020202020204" pitchFamily="34" charset="0"/>
              <a:cs typeface="Arial" panose="020B0604020202020204" pitchFamily="34" charset="0"/>
            </a:endParaRPr>
          </a:p>
          <a:p>
            <a:r>
              <a:rPr lang="en-US" sz="1700">
                <a:latin typeface="Arial" panose="020B0604020202020204" pitchFamily="34" charset="0"/>
                <a:cs typeface="Arial" panose="020B0604020202020204" pitchFamily="34" charset="0"/>
              </a:rPr>
              <a:t>Phần trung tâm </a:t>
            </a:r>
            <a:r>
              <a:rPr lang="vi-VN" sz="1700">
                <a:latin typeface="Arial" panose="020B0604020202020204" pitchFamily="34" charset="0"/>
                <a:cs typeface="Arial" panose="020B0604020202020204" pitchFamily="34" charset="0"/>
              </a:rPr>
              <a:t>gồm có</a:t>
            </a:r>
            <a:r>
              <a:rPr lang="en-US" sz="1700">
                <a:latin typeface="Arial" panose="020B0604020202020204" pitchFamily="34" charset="0"/>
                <a:cs typeface="Arial" panose="020B0604020202020204" pitchFamily="34" charset="0"/>
              </a:rPr>
              <a:t> banner giới thiệu</a:t>
            </a:r>
            <a:r>
              <a:rPr lang="vi-VN" sz="1700">
                <a:latin typeface="Arial" panose="020B0604020202020204" pitchFamily="34" charset="0"/>
                <a:cs typeface="Arial" panose="020B0604020202020204" pitchFamily="34" charset="0"/>
              </a:rPr>
              <a:t> và </a:t>
            </a:r>
            <a:r>
              <a:rPr lang="en-US" sz="1700">
                <a:latin typeface="Arial" panose="020B0604020202020204" pitchFamily="34" charset="0"/>
                <a:cs typeface="Arial" panose="020B0604020202020204" pitchFamily="34" charset="0"/>
              </a:rPr>
              <a:t>các danh mục sản phẩm tiêu biểu. </a:t>
            </a:r>
          </a:p>
          <a:p>
            <a:r>
              <a:rPr lang="vi-VN" sz="1700">
                <a:latin typeface="Arial" panose="020B0604020202020204" pitchFamily="34" charset="0"/>
                <a:cs typeface="Arial" panose="020B0604020202020204" pitchFamily="34" charset="0"/>
              </a:rPr>
              <a:t>Phần footer c</a:t>
            </a:r>
            <a:r>
              <a:rPr lang="en-US" sz="1700">
                <a:latin typeface="Arial" panose="020B0604020202020204" pitchFamily="34" charset="0"/>
                <a:cs typeface="Arial" panose="020B0604020202020204" pitchFamily="34" charset="0"/>
              </a:rPr>
              <a:t>ung cấp các thông tin bổ trợ như thông tin liên hệ, chính sách mua hàng, liên kết mạng xã hội</a:t>
            </a:r>
            <a:r>
              <a:rPr lang="vi-VN" sz="1700">
                <a:latin typeface="Arial" panose="020B0604020202020204" pitchFamily="34" charset="0"/>
                <a:cs typeface="Arial" panose="020B0604020202020204" pitchFamily="34" charset="0"/>
              </a:rPr>
              <a:t>, cam kết chất lượng và địa chỉ.</a:t>
            </a:r>
            <a:endParaRPr lang="en-US" sz="1700">
              <a:latin typeface="Arial" panose="020B0604020202020204" pitchFamily="34" charset="0"/>
              <a:cs typeface="Arial" panose="020B0604020202020204" pitchFamily="34" charset="0"/>
            </a:endParaRPr>
          </a:p>
          <a:p>
            <a:pPr marL="0" indent="0">
              <a:buNone/>
            </a:pPr>
            <a:endParaRPr lang="en-US" sz="17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7376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CCEFEF-A2AD-2846-D18E-E9125DD262B1}"/>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450D6CD-7F42-6526-76F2-442AC69C0C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C3E16FE5-45BD-5FC7-2CF8-09B31A472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141ABF7-5E6E-CF43-8714-1CC78EA811D3}"/>
              </a:ext>
            </a:extLst>
          </p:cNvPr>
          <p:cNvSpPr>
            <a:spLocks noGrp="1"/>
          </p:cNvSpPr>
          <p:nvPr>
            <p:ph type="title"/>
          </p:nvPr>
        </p:nvSpPr>
        <p:spPr>
          <a:xfrm>
            <a:off x="841246" y="978619"/>
            <a:ext cx="5991244" cy="628564"/>
          </a:xfrm>
        </p:spPr>
        <p:txBody>
          <a:bodyPr>
            <a:normAutofit/>
          </a:bodyPr>
          <a:lstStyle/>
          <a:p>
            <a:r>
              <a:rPr lang="vi-VN" sz="3200" b="1">
                <a:latin typeface="Arial" panose="020B0604020202020204" pitchFamily="34" charset="0"/>
                <a:cs typeface="Arial" panose="020B0604020202020204" pitchFamily="34" charset="0"/>
              </a:rPr>
              <a:t>KẾT QUẢ NGHIÊN CỨU</a:t>
            </a:r>
            <a:endParaRPr lang="en-US" sz="3200" b="1">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D4B5E36A-979D-8D1B-1CFF-39C202959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5505EC8E-9E57-FCAF-2F94-F79471374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283EAA6F-9140-251D-A05A-90365AF9572B}"/>
              </a:ext>
            </a:extLst>
          </p:cNvPr>
          <p:cNvSpPr>
            <a:spLocks noGrp="1"/>
          </p:cNvSpPr>
          <p:nvPr>
            <p:ph idx="1"/>
          </p:nvPr>
        </p:nvSpPr>
        <p:spPr>
          <a:xfrm>
            <a:off x="877458" y="1654962"/>
            <a:ext cx="2739502" cy="447505"/>
          </a:xfrm>
        </p:spPr>
        <p:txBody>
          <a:bodyPr>
            <a:normAutofit fontScale="92500"/>
          </a:bodyPr>
          <a:lstStyle/>
          <a:p>
            <a:pPr marL="0" indent="0">
              <a:buNone/>
            </a:pPr>
            <a:r>
              <a:rPr lang="vi-VN" sz="1800" b="1">
                <a:latin typeface="Arial" panose="020B0604020202020204" pitchFamily="34" charset="0"/>
                <a:cs typeface="Arial" panose="020B0604020202020204" pitchFamily="34" charset="0"/>
              </a:rPr>
              <a:t>Giao diện trang Sneaker</a:t>
            </a:r>
            <a:endParaRPr lang="en-US" sz="1800" b="1">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1535EE1-6951-DBD5-853F-5D67E4A43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3852" y="301401"/>
            <a:ext cx="1352440" cy="6129544"/>
          </a:xfrm>
          <a:prstGeom prst="rect">
            <a:avLst/>
          </a:prstGeom>
        </p:spPr>
      </p:pic>
      <p:sp>
        <p:nvSpPr>
          <p:cNvPr id="3" name="Content Placeholder 4">
            <a:extLst>
              <a:ext uri="{FF2B5EF4-FFF2-40B4-BE49-F238E27FC236}">
                <a16:creationId xmlns:a16="http://schemas.microsoft.com/office/drawing/2014/main" id="{200B8ADD-B7D4-692A-A784-454DA95EB9F8}"/>
              </a:ext>
            </a:extLst>
          </p:cNvPr>
          <p:cNvSpPr txBox="1">
            <a:spLocks/>
          </p:cNvSpPr>
          <p:nvPr/>
        </p:nvSpPr>
        <p:spPr>
          <a:xfrm>
            <a:off x="877458" y="2424238"/>
            <a:ext cx="5846682" cy="3182902"/>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4000">
                <a:latin typeface="Arial" panose="020B0604020202020204" pitchFamily="34" charset="0"/>
                <a:cs typeface="Arial" panose="020B0604020202020204" pitchFamily="34" charset="0"/>
              </a:rPr>
              <a:t>Giao diện trang Sneaker hiển thị tất cả các sản phẩm về giày như: Nike, Vans, Adidas. </a:t>
            </a:r>
            <a:endParaRPr lang="en-US" sz="4000">
              <a:latin typeface="Arial" panose="020B0604020202020204" pitchFamily="34" charset="0"/>
              <a:cs typeface="Arial" panose="020B0604020202020204" pitchFamily="34" charset="0"/>
            </a:endParaRPr>
          </a:p>
          <a:p>
            <a:pPr marL="0" indent="0">
              <a:buNone/>
            </a:pPr>
            <a:r>
              <a:rPr lang="vi-VN" sz="3600">
                <a:latin typeface="Arial" panose="020B0604020202020204" pitchFamily="34" charset="0"/>
                <a:cs typeface="Arial" panose="020B0604020202020204" pitchFamily="34" charset="0"/>
              </a:rPr>
              <a:t> </a:t>
            </a:r>
            <a:endParaRPr lang="en-US" sz="3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2714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DD1636-16CB-7FB9-8E3A-4F540C1D4B39}"/>
            </a:ext>
          </a:extLst>
        </p:cNvPr>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63F5877B-98C7-49DD-83AB-0F6F57CB6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Freeform: Shape 60">
            <a:extLst>
              <a:ext uri="{FF2B5EF4-FFF2-40B4-BE49-F238E27FC236}">
                <a16:creationId xmlns:a16="http://schemas.microsoft.com/office/drawing/2014/main" id="{4EA91930-66BC-4C41-B4F5-C31EB216F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3" name="Freeform: Shape 62">
            <a:extLst>
              <a:ext uri="{FF2B5EF4-FFF2-40B4-BE49-F238E27FC236}">
                <a16:creationId xmlns:a16="http://schemas.microsoft.com/office/drawing/2014/main" id="{6313CF8F-B436-401E-9575-DE0F8E8B5B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63701A-0DFC-B634-3BD7-21DFA9406705}"/>
              </a:ext>
            </a:extLst>
          </p:cNvPr>
          <p:cNvSpPr>
            <a:spLocks noGrp="1"/>
          </p:cNvSpPr>
          <p:nvPr>
            <p:ph type="title"/>
          </p:nvPr>
        </p:nvSpPr>
        <p:spPr>
          <a:xfrm>
            <a:off x="469048" y="214884"/>
            <a:ext cx="2804504" cy="910479"/>
          </a:xfrm>
        </p:spPr>
        <p:txBody>
          <a:bodyPr vert="horz" lIns="91440" tIns="45720" rIns="91440" bIns="45720" rtlCol="0" anchor="ctr">
            <a:normAutofit/>
          </a:bodyPr>
          <a:lstStyle/>
          <a:p>
            <a:r>
              <a:rPr lang="en-US" sz="2800" b="1">
                <a:latin typeface="Arial" panose="020B0604020202020204" pitchFamily="34" charset="0"/>
                <a:cs typeface="Arial" panose="020B0604020202020204" pitchFamily="34" charset="0"/>
              </a:rPr>
              <a:t>KẾT QUẢ NGHIÊN CỨU</a:t>
            </a:r>
          </a:p>
        </p:txBody>
      </p:sp>
      <p:sp>
        <p:nvSpPr>
          <p:cNvPr id="65" name="Rectangle 64">
            <a:extLst>
              <a:ext uri="{FF2B5EF4-FFF2-40B4-BE49-F238E27FC236}">
                <a16:creationId xmlns:a16="http://schemas.microsoft.com/office/drawing/2014/main" id="{2A38CFE9-C30A-4551-ACCB-D5808FBC39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16867"/>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66">
            <a:extLst>
              <a:ext uri="{FF2B5EF4-FFF2-40B4-BE49-F238E27FC236}">
                <a16:creationId xmlns:a16="http://schemas.microsoft.com/office/drawing/2014/main" id="{67EF550F-47CE-4FB2-9DAC-12AD835C8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47E4D761-D893-72C6-6FBF-59A67F66AEDC}"/>
              </a:ext>
            </a:extLst>
          </p:cNvPr>
          <p:cNvSpPr>
            <a:spLocks noGrp="1"/>
          </p:cNvSpPr>
          <p:nvPr>
            <p:ph idx="1"/>
          </p:nvPr>
        </p:nvSpPr>
        <p:spPr>
          <a:xfrm>
            <a:off x="469048" y="1168159"/>
            <a:ext cx="3476766" cy="1005221"/>
          </a:xfrm>
        </p:spPr>
        <p:txBody>
          <a:bodyPr vert="horz" lIns="91440" tIns="45720" rIns="91440" bIns="45720" rtlCol="0">
            <a:normAutofit/>
          </a:bodyPr>
          <a:lstStyle/>
          <a:p>
            <a:pPr marL="0" indent="0">
              <a:buNone/>
            </a:pPr>
            <a:r>
              <a:rPr lang="vi-VN" sz="1800" b="1">
                <a:latin typeface="Arial" panose="020B0604020202020204" pitchFamily="34" charset="0"/>
                <a:cs typeface="Arial" panose="020B0604020202020204" pitchFamily="34" charset="0"/>
              </a:rPr>
              <a:t>Giao diện t</a:t>
            </a:r>
            <a:r>
              <a:rPr lang="en-US" sz="1800" b="1">
                <a:latin typeface="Arial" panose="020B0604020202020204" pitchFamily="34" charset="0"/>
                <a:cs typeface="Arial" panose="020B0604020202020204" pitchFamily="34" charset="0"/>
              </a:rPr>
              <a:t>rang sản phẩm (Nike, Vans, </a:t>
            </a:r>
            <a:r>
              <a:rPr lang="vi-VN" sz="1800" b="1">
                <a:latin typeface="Arial" panose="020B0604020202020204" pitchFamily="34" charset="0"/>
                <a:cs typeface="Arial" panose="020B0604020202020204" pitchFamily="34" charset="0"/>
              </a:rPr>
              <a:t>Adidas, Sale</a:t>
            </a:r>
            <a:r>
              <a:rPr lang="en-US" sz="1800" b="1">
                <a:latin typeface="Arial" panose="020B0604020202020204" pitchFamily="34" charset="0"/>
                <a:cs typeface="Arial" panose="020B0604020202020204" pitchFamily="34" charset="0"/>
              </a:rPr>
              <a:t>)</a:t>
            </a:r>
            <a:r>
              <a:rPr lang="vi-VN" sz="1800" b="1">
                <a:latin typeface="Arial" panose="020B0604020202020204" pitchFamily="34" charset="0"/>
                <a:cs typeface="Arial" panose="020B0604020202020204" pitchFamily="34" charset="0"/>
              </a:rPr>
              <a:t> (1)</a:t>
            </a:r>
            <a:endParaRPr lang="en-US" sz="1800" b="1">
              <a:latin typeface="Arial" panose="020B0604020202020204" pitchFamily="34" charset="0"/>
              <a:cs typeface="Arial" panose="020B0604020202020204" pitchFamily="34" charset="0"/>
            </a:endParaRPr>
          </a:p>
        </p:txBody>
      </p:sp>
      <p:pic>
        <p:nvPicPr>
          <p:cNvPr id="19" name="Picture 18">
            <a:extLst>
              <a:ext uri="{FF2B5EF4-FFF2-40B4-BE49-F238E27FC236}">
                <a16:creationId xmlns:a16="http://schemas.microsoft.com/office/drawing/2014/main" id="{45F8CCAE-9338-B475-DF53-D9E58B97C2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824" y="214884"/>
            <a:ext cx="3135723" cy="6428232"/>
          </a:xfrm>
          <a:prstGeom prst="rect">
            <a:avLst/>
          </a:prstGeom>
        </p:spPr>
      </p:pic>
      <p:pic>
        <p:nvPicPr>
          <p:cNvPr id="22" name="Picture 21">
            <a:extLst>
              <a:ext uri="{FF2B5EF4-FFF2-40B4-BE49-F238E27FC236}">
                <a16:creationId xmlns:a16="http://schemas.microsoft.com/office/drawing/2014/main" id="{AFFDDC90-5454-ACAD-06E1-2FE6B15BF9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5267" y="214884"/>
            <a:ext cx="3135723" cy="6428232"/>
          </a:xfrm>
          <a:prstGeom prst="rect">
            <a:avLst/>
          </a:prstGeom>
        </p:spPr>
      </p:pic>
      <p:sp>
        <p:nvSpPr>
          <p:cNvPr id="24" name="Content Placeholder 4">
            <a:extLst>
              <a:ext uri="{FF2B5EF4-FFF2-40B4-BE49-F238E27FC236}">
                <a16:creationId xmlns:a16="http://schemas.microsoft.com/office/drawing/2014/main" id="{BAB4C79D-7038-5FF9-77AE-41DAA0FDAB52}"/>
              </a:ext>
            </a:extLst>
          </p:cNvPr>
          <p:cNvSpPr txBox="1">
            <a:spLocks/>
          </p:cNvSpPr>
          <p:nvPr/>
        </p:nvSpPr>
        <p:spPr>
          <a:xfrm>
            <a:off x="469047" y="2089940"/>
            <a:ext cx="3336621" cy="2491891"/>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a:latin typeface="Arial" panose="020B0604020202020204" pitchFamily="34" charset="0"/>
                <a:cs typeface="Arial" panose="020B0604020202020204" pitchFamily="34" charset="0"/>
              </a:rPr>
              <a:t>Giao diện trang sản phẩm hiển thị các sản phẩm được phân loại theo thương hiệu giày, phân loại theo giá sản phẩm và kích thước. </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8840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96F184-FB80-B947-C69D-50D28B0DA874}"/>
            </a:ext>
          </a:extLst>
        </p:cNvPr>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078171E4-69B6-A8D1-8F85-861776D727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Freeform: Shape 60">
            <a:extLst>
              <a:ext uri="{FF2B5EF4-FFF2-40B4-BE49-F238E27FC236}">
                <a16:creationId xmlns:a16="http://schemas.microsoft.com/office/drawing/2014/main" id="{9E1CBF50-CD32-B901-1D02-AFD76F281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3" name="Freeform: Shape 62">
            <a:extLst>
              <a:ext uri="{FF2B5EF4-FFF2-40B4-BE49-F238E27FC236}">
                <a16:creationId xmlns:a16="http://schemas.microsoft.com/office/drawing/2014/main" id="{259E1D8B-7CF1-639D-C06D-58674BAA4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00ED71A-27FD-D2F6-CB7F-4BD67E9A95BC}"/>
              </a:ext>
            </a:extLst>
          </p:cNvPr>
          <p:cNvSpPr>
            <a:spLocks noGrp="1"/>
          </p:cNvSpPr>
          <p:nvPr>
            <p:ph type="title"/>
          </p:nvPr>
        </p:nvSpPr>
        <p:spPr>
          <a:xfrm>
            <a:off x="469048" y="214884"/>
            <a:ext cx="2804504" cy="910479"/>
          </a:xfrm>
        </p:spPr>
        <p:txBody>
          <a:bodyPr vert="horz" lIns="91440" tIns="45720" rIns="91440" bIns="45720" rtlCol="0" anchor="ctr">
            <a:normAutofit/>
          </a:bodyPr>
          <a:lstStyle/>
          <a:p>
            <a:r>
              <a:rPr lang="en-US" sz="2800" b="1">
                <a:latin typeface="Arial" panose="020B0604020202020204" pitchFamily="34" charset="0"/>
                <a:cs typeface="Arial" panose="020B0604020202020204" pitchFamily="34" charset="0"/>
              </a:rPr>
              <a:t>KẾT QUẢ NGHIÊN CỨU</a:t>
            </a:r>
          </a:p>
        </p:txBody>
      </p:sp>
      <p:sp>
        <p:nvSpPr>
          <p:cNvPr id="65" name="Rectangle 64">
            <a:extLst>
              <a:ext uri="{FF2B5EF4-FFF2-40B4-BE49-F238E27FC236}">
                <a16:creationId xmlns:a16="http://schemas.microsoft.com/office/drawing/2014/main" id="{E6B7C779-0EC5-20B0-795E-59B9B28A6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16867"/>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66">
            <a:extLst>
              <a:ext uri="{FF2B5EF4-FFF2-40B4-BE49-F238E27FC236}">
                <a16:creationId xmlns:a16="http://schemas.microsoft.com/office/drawing/2014/main" id="{F80DC425-21DB-FD9F-568A-10FAA442B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E7CD8431-53C2-8B41-9EDE-7387E83A0EB9}"/>
              </a:ext>
            </a:extLst>
          </p:cNvPr>
          <p:cNvSpPr>
            <a:spLocks noGrp="1"/>
          </p:cNvSpPr>
          <p:nvPr>
            <p:ph idx="1"/>
          </p:nvPr>
        </p:nvSpPr>
        <p:spPr>
          <a:xfrm>
            <a:off x="469048" y="1168159"/>
            <a:ext cx="3476766" cy="1005221"/>
          </a:xfrm>
        </p:spPr>
        <p:txBody>
          <a:bodyPr vert="horz" lIns="91440" tIns="45720" rIns="91440" bIns="45720" rtlCol="0">
            <a:normAutofit/>
          </a:bodyPr>
          <a:lstStyle/>
          <a:p>
            <a:pPr marL="0" indent="0">
              <a:buNone/>
            </a:pPr>
            <a:r>
              <a:rPr lang="vi-VN" sz="1800" b="1">
                <a:latin typeface="Arial" panose="020B0604020202020204" pitchFamily="34" charset="0"/>
                <a:cs typeface="Arial" panose="020B0604020202020204" pitchFamily="34" charset="0"/>
              </a:rPr>
              <a:t>Giao diện t</a:t>
            </a:r>
            <a:r>
              <a:rPr lang="en-US" sz="1800" b="1">
                <a:latin typeface="Arial" panose="020B0604020202020204" pitchFamily="34" charset="0"/>
                <a:cs typeface="Arial" panose="020B0604020202020204" pitchFamily="34" charset="0"/>
              </a:rPr>
              <a:t>rang sản phẩm (Nike, Vans, </a:t>
            </a:r>
            <a:r>
              <a:rPr lang="vi-VN" sz="1800" b="1">
                <a:latin typeface="Arial" panose="020B0604020202020204" pitchFamily="34" charset="0"/>
                <a:cs typeface="Arial" panose="020B0604020202020204" pitchFamily="34" charset="0"/>
              </a:rPr>
              <a:t>Adidas, Sale</a:t>
            </a:r>
            <a:r>
              <a:rPr lang="en-US" sz="1800" b="1">
                <a:latin typeface="Arial" panose="020B0604020202020204" pitchFamily="34" charset="0"/>
                <a:cs typeface="Arial" panose="020B0604020202020204" pitchFamily="34" charset="0"/>
              </a:rPr>
              <a:t>)</a:t>
            </a:r>
            <a:r>
              <a:rPr lang="vi-VN" sz="1800" b="1">
                <a:latin typeface="Arial" panose="020B0604020202020204" pitchFamily="34" charset="0"/>
                <a:cs typeface="Arial" panose="020B0604020202020204" pitchFamily="34" charset="0"/>
              </a:rPr>
              <a:t> (</a:t>
            </a:r>
            <a:r>
              <a:rPr lang="en-US" sz="1800" b="1">
                <a:latin typeface="Arial" panose="020B0604020202020204" pitchFamily="34" charset="0"/>
                <a:cs typeface="Arial" panose="020B0604020202020204" pitchFamily="34" charset="0"/>
              </a:rPr>
              <a:t>2</a:t>
            </a:r>
            <a:r>
              <a:rPr lang="vi-VN" sz="1800" b="1">
                <a:latin typeface="Arial" panose="020B0604020202020204" pitchFamily="34" charset="0"/>
                <a:cs typeface="Arial" panose="020B0604020202020204" pitchFamily="34" charset="0"/>
              </a:rPr>
              <a:t>)</a:t>
            </a:r>
            <a:endParaRPr lang="en-US" sz="1800" b="1">
              <a:latin typeface="Arial" panose="020B0604020202020204" pitchFamily="34" charset="0"/>
              <a:cs typeface="Arial" panose="020B0604020202020204" pitchFamily="34" charset="0"/>
            </a:endParaRPr>
          </a:p>
        </p:txBody>
      </p:sp>
      <p:sp>
        <p:nvSpPr>
          <p:cNvPr id="24" name="Content Placeholder 4">
            <a:extLst>
              <a:ext uri="{FF2B5EF4-FFF2-40B4-BE49-F238E27FC236}">
                <a16:creationId xmlns:a16="http://schemas.microsoft.com/office/drawing/2014/main" id="{67E72E55-F546-351C-E4C8-58D14E447646}"/>
              </a:ext>
            </a:extLst>
          </p:cNvPr>
          <p:cNvSpPr txBox="1">
            <a:spLocks/>
          </p:cNvSpPr>
          <p:nvPr/>
        </p:nvSpPr>
        <p:spPr>
          <a:xfrm>
            <a:off x="469047" y="2089941"/>
            <a:ext cx="3336621" cy="223882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a:latin typeface="Arial" panose="020B0604020202020204" pitchFamily="34" charset="0"/>
                <a:cs typeface="Arial" panose="020B0604020202020204" pitchFamily="34" charset="0"/>
              </a:rPr>
              <a:t>Giao diện trang sản phẩm hiển thị các sản phẩm được phân loại theo thương hiệu giày, phân loại theo giá sản phẩm và kích thước. </a:t>
            </a:r>
            <a:endParaRPr lang="en-US">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77FF93B0-E360-5026-40C5-8B94DC8935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1784" y="251148"/>
            <a:ext cx="3137047" cy="6393325"/>
          </a:xfrm>
          <a:prstGeom prst="rect">
            <a:avLst/>
          </a:prstGeom>
        </p:spPr>
      </p:pic>
      <p:pic>
        <p:nvPicPr>
          <p:cNvPr id="4" name="Picture 3">
            <a:extLst>
              <a:ext uri="{FF2B5EF4-FFF2-40B4-BE49-F238E27FC236}">
                <a16:creationId xmlns:a16="http://schemas.microsoft.com/office/drawing/2014/main" id="{27E2F784-8BE3-AF3A-F0FC-9C630AC750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0010" y="251148"/>
            <a:ext cx="3137046" cy="6430945"/>
          </a:xfrm>
          <a:prstGeom prst="rect">
            <a:avLst/>
          </a:prstGeom>
        </p:spPr>
      </p:pic>
    </p:spTree>
    <p:extLst>
      <p:ext uri="{BB962C8B-B14F-4D97-AF65-F5344CB8AC3E}">
        <p14:creationId xmlns:p14="http://schemas.microsoft.com/office/powerpoint/2010/main" val="2363378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F8FC34-3E40-8387-5345-15EBA9AF7BB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A2AAD9E-18C5-B0F0-9434-AA6B023BF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5DE7A29E-23C3-FB84-8683-7E4DD38F74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90F9DC9-E732-C4B6-37C9-8BCCB62C6EED}"/>
              </a:ext>
            </a:extLst>
          </p:cNvPr>
          <p:cNvSpPr>
            <a:spLocks noGrp="1"/>
          </p:cNvSpPr>
          <p:nvPr>
            <p:ph type="title"/>
          </p:nvPr>
        </p:nvSpPr>
        <p:spPr>
          <a:xfrm>
            <a:off x="841246" y="978619"/>
            <a:ext cx="5991244" cy="628564"/>
          </a:xfrm>
        </p:spPr>
        <p:txBody>
          <a:bodyPr>
            <a:normAutofit/>
          </a:bodyPr>
          <a:lstStyle/>
          <a:p>
            <a:r>
              <a:rPr lang="vi-VN" sz="3200" b="1">
                <a:latin typeface="Arial" panose="020B0604020202020204" pitchFamily="34" charset="0"/>
                <a:cs typeface="Arial" panose="020B0604020202020204" pitchFamily="34" charset="0"/>
              </a:rPr>
              <a:t>KẾT QUẢ NGHIÊN CỨU</a:t>
            </a:r>
            <a:endParaRPr lang="en-US" sz="3200" b="1">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DF091727-E387-069E-44E0-DF696DD6EC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43A8DBE0-66D0-E2E1-F626-4526B95CA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A75274F7-ACBD-786B-5CA8-05849725DBD0}"/>
              </a:ext>
            </a:extLst>
          </p:cNvPr>
          <p:cNvSpPr>
            <a:spLocks noGrp="1"/>
          </p:cNvSpPr>
          <p:nvPr>
            <p:ph idx="1"/>
          </p:nvPr>
        </p:nvSpPr>
        <p:spPr>
          <a:xfrm>
            <a:off x="877458" y="1654962"/>
            <a:ext cx="4781662" cy="447505"/>
          </a:xfrm>
        </p:spPr>
        <p:txBody>
          <a:bodyPr>
            <a:normAutofit/>
          </a:bodyPr>
          <a:lstStyle/>
          <a:p>
            <a:pPr marL="0" indent="0">
              <a:buNone/>
            </a:pPr>
            <a:r>
              <a:rPr lang="vi-VN" sz="1800" b="1">
                <a:latin typeface="Arial" panose="020B0604020202020204" pitchFamily="34" charset="0"/>
                <a:cs typeface="Arial" panose="020B0604020202020204" pitchFamily="34" charset="0"/>
              </a:rPr>
              <a:t>Giao diện trang chi tiết sản phẩm (Nike)</a:t>
            </a:r>
            <a:endParaRPr lang="en-US" sz="1800" b="1">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FB83830-4939-C53A-0798-19EFC5724E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9018" y="427055"/>
            <a:ext cx="2542107" cy="6095760"/>
          </a:xfrm>
          <a:prstGeom prst="rect">
            <a:avLst/>
          </a:prstGeom>
        </p:spPr>
      </p:pic>
      <p:sp>
        <p:nvSpPr>
          <p:cNvPr id="3" name="Content Placeholder 4">
            <a:extLst>
              <a:ext uri="{FF2B5EF4-FFF2-40B4-BE49-F238E27FC236}">
                <a16:creationId xmlns:a16="http://schemas.microsoft.com/office/drawing/2014/main" id="{BA26B8C3-24C2-A362-3AF5-0F589D614DEB}"/>
              </a:ext>
            </a:extLst>
          </p:cNvPr>
          <p:cNvSpPr txBox="1">
            <a:spLocks/>
          </p:cNvSpPr>
          <p:nvPr/>
        </p:nvSpPr>
        <p:spPr>
          <a:xfrm>
            <a:off x="887888" y="2355521"/>
            <a:ext cx="5836253" cy="328957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vi-VN">
                <a:latin typeface="Arial" panose="020B0604020202020204" pitchFamily="34" charset="0"/>
                <a:cs typeface="Arial" panose="020B0604020202020204" pitchFamily="34" charset="0"/>
              </a:rPr>
              <a:t>Trang chi tiết sản phẩm cung cấp những thông tin như sau:</a:t>
            </a:r>
            <a:endParaRPr lang="en-US">
              <a:latin typeface="Arial" panose="020B0604020202020204" pitchFamily="34" charset="0"/>
              <a:cs typeface="Arial" panose="020B0604020202020204" pitchFamily="34" charset="0"/>
            </a:endParaRPr>
          </a:p>
          <a:p>
            <a:pPr lvl="0"/>
            <a:r>
              <a:rPr lang="vi-VN">
                <a:latin typeface="Arial" panose="020B0604020202020204" pitchFamily="34" charset="0"/>
                <a:cs typeface="Arial" panose="020B0604020202020204" pitchFamily="34" charset="0"/>
              </a:rPr>
              <a:t>Hình ảnh sản phẩm.</a:t>
            </a:r>
            <a:endParaRPr lang="en-US">
              <a:latin typeface="Arial" panose="020B0604020202020204" pitchFamily="34" charset="0"/>
              <a:cs typeface="Arial" panose="020B0604020202020204" pitchFamily="34" charset="0"/>
            </a:endParaRPr>
          </a:p>
          <a:p>
            <a:pPr lvl="0"/>
            <a:r>
              <a:rPr lang="vi-VN">
                <a:latin typeface="Arial" panose="020B0604020202020204" pitchFamily="34" charset="0"/>
                <a:cs typeface="Arial" panose="020B0604020202020204" pitchFamily="34" charset="0"/>
              </a:rPr>
              <a:t>Tên sản phẩm.</a:t>
            </a:r>
            <a:endParaRPr lang="en-US">
              <a:latin typeface="Arial" panose="020B0604020202020204" pitchFamily="34" charset="0"/>
              <a:cs typeface="Arial" panose="020B0604020202020204" pitchFamily="34" charset="0"/>
            </a:endParaRPr>
          </a:p>
          <a:p>
            <a:pPr lvl="0"/>
            <a:r>
              <a:rPr lang="vi-VN">
                <a:latin typeface="Arial" panose="020B0604020202020204" pitchFamily="34" charset="0"/>
                <a:cs typeface="Arial" panose="020B0604020202020204" pitchFamily="34" charset="0"/>
              </a:rPr>
              <a:t>Mô tả sản phẩm.</a:t>
            </a: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6545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28C950-8AB1-343C-413E-72FA58148E4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7244520-DBE6-3481-D355-CD56077C54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D9C15F91-01B5-EAC1-86EA-1C40C40BA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5C5B2ED-0B68-C2B3-F491-924D6F7FB294}"/>
              </a:ext>
            </a:extLst>
          </p:cNvPr>
          <p:cNvSpPr>
            <a:spLocks noGrp="1"/>
          </p:cNvSpPr>
          <p:nvPr>
            <p:ph type="title"/>
          </p:nvPr>
        </p:nvSpPr>
        <p:spPr>
          <a:xfrm>
            <a:off x="841246" y="978619"/>
            <a:ext cx="5991244" cy="628564"/>
          </a:xfrm>
        </p:spPr>
        <p:txBody>
          <a:bodyPr>
            <a:normAutofit/>
          </a:bodyPr>
          <a:lstStyle/>
          <a:p>
            <a:r>
              <a:rPr lang="vi-VN" sz="3200" b="1">
                <a:latin typeface="Arial" panose="020B0604020202020204" pitchFamily="34" charset="0"/>
                <a:cs typeface="Arial" panose="020B0604020202020204" pitchFamily="34" charset="0"/>
              </a:rPr>
              <a:t>KẾT QUẢ NGHIÊN CỨU</a:t>
            </a:r>
            <a:endParaRPr lang="en-US" sz="3200" b="1">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7A53006A-48FB-0CD5-9AC0-DAA1F53AD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E3E2C640-CC95-9047-63B5-E1204C4BAC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974320B6-ED4D-D7EB-A915-2DDC34214041}"/>
              </a:ext>
            </a:extLst>
          </p:cNvPr>
          <p:cNvSpPr>
            <a:spLocks noGrp="1"/>
          </p:cNvSpPr>
          <p:nvPr>
            <p:ph idx="1"/>
          </p:nvPr>
        </p:nvSpPr>
        <p:spPr>
          <a:xfrm>
            <a:off x="877458" y="1654962"/>
            <a:ext cx="4619102" cy="447505"/>
          </a:xfrm>
        </p:spPr>
        <p:txBody>
          <a:bodyPr>
            <a:normAutofit/>
          </a:bodyPr>
          <a:lstStyle/>
          <a:p>
            <a:pPr marL="0" indent="0">
              <a:buNone/>
            </a:pPr>
            <a:r>
              <a:rPr lang="vi-VN" sz="1800" b="1">
                <a:latin typeface="Arial" panose="020B0604020202020204" pitchFamily="34" charset="0"/>
                <a:cs typeface="Arial" panose="020B0604020202020204" pitchFamily="34" charset="0"/>
              </a:rPr>
              <a:t>Giao diện trang chi tiết sản phẩm (Vans)</a:t>
            </a:r>
            <a:endParaRPr lang="en-US" sz="1800" b="1">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4F51747B-9424-9A70-EFC3-343A94425DE5}"/>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540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7AB3404-32BD-26EB-5D74-83C1D605A1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9056" y="381120"/>
            <a:ext cx="2542032" cy="6095760"/>
          </a:xfrm>
          <a:prstGeom prst="rect">
            <a:avLst/>
          </a:prstGeom>
        </p:spPr>
      </p:pic>
      <p:sp>
        <p:nvSpPr>
          <p:cNvPr id="3" name="Content Placeholder 4">
            <a:extLst>
              <a:ext uri="{FF2B5EF4-FFF2-40B4-BE49-F238E27FC236}">
                <a16:creationId xmlns:a16="http://schemas.microsoft.com/office/drawing/2014/main" id="{6A06CB26-3295-C23B-23CE-6F659E8595BE}"/>
              </a:ext>
            </a:extLst>
          </p:cNvPr>
          <p:cNvSpPr txBox="1">
            <a:spLocks/>
          </p:cNvSpPr>
          <p:nvPr/>
        </p:nvSpPr>
        <p:spPr>
          <a:xfrm>
            <a:off x="887888" y="2355521"/>
            <a:ext cx="5836253" cy="328957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vi-VN">
                <a:latin typeface="Arial" panose="020B0604020202020204" pitchFamily="34" charset="0"/>
                <a:cs typeface="Arial" panose="020B0604020202020204" pitchFamily="34" charset="0"/>
              </a:rPr>
              <a:t>Trang chi tiết sản phẩm cung cấp những thông tin như sau:</a:t>
            </a:r>
            <a:endParaRPr lang="en-US">
              <a:latin typeface="Arial" panose="020B0604020202020204" pitchFamily="34" charset="0"/>
              <a:cs typeface="Arial" panose="020B0604020202020204" pitchFamily="34" charset="0"/>
            </a:endParaRPr>
          </a:p>
          <a:p>
            <a:pPr lvl="0"/>
            <a:r>
              <a:rPr lang="vi-VN">
                <a:latin typeface="Arial" panose="020B0604020202020204" pitchFamily="34" charset="0"/>
                <a:cs typeface="Arial" panose="020B0604020202020204" pitchFamily="34" charset="0"/>
              </a:rPr>
              <a:t>Hình ảnh sản phẩm.</a:t>
            </a:r>
            <a:endParaRPr lang="en-US">
              <a:latin typeface="Arial" panose="020B0604020202020204" pitchFamily="34" charset="0"/>
              <a:cs typeface="Arial" panose="020B0604020202020204" pitchFamily="34" charset="0"/>
            </a:endParaRPr>
          </a:p>
          <a:p>
            <a:pPr lvl="0"/>
            <a:r>
              <a:rPr lang="vi-VN">
                <a:latin typeface="Arial" panose="020B0604020202020204" pitchFamily="34" charset="0"/>
                <a:cs typeface="Arial" panose="020B0604020202020204" pitchFamily="34" charset="0"/>
              </a:rPr>
              <a:t>Tên sản phẩm.</a:t>
            </a:r>
            <a:endParaRPr lang="en-US">
              <a:latin typeface="Arial" panose="020B0604020202020204" pitchFamily="34" charset="0"/>
              <a:cs typeface="Arial" panose="020B0604020202020204" pitchFamily="34" charset="0"/>
            </a:endParaRPr>
          </a:p>
          <a:p>
            <a:pPr lvl="0"/>
            <a:r>
              <a:rPr lang="vi-VN">
                <a:latin typeface="Arial" panose="020B0604020202020204" pitchFamily="34" charset="0"/>
                <a:cs typeface="Arial" panose="020B0604020202020204" pitchFamily="34" charset="0"/>
              </a:rPr>
              <a:t>Mô tả sản phẩm.</a:t>
            </a: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46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0F8BE-4BCF-49E1-B5C8-27436372A363}"/>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4F713E1-C12D-AE86-B4FA-334E5A8E0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E7A105EB-3E00-7035-0858-C55FC163CC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F86A04A-DD30-A468-62D5-179B899DFD98}"/>
              </a:ext>
            </a:extLst>
          </p:cNvPr>
          <p:cNvSpPr>
            <a:spLocks noGrp="1"/>
          </p:cNvSpPr>
          <p:nvPr>
            <p:ph type="title"/>
          </p:nvPr>
        </p:nvSpPr>
        <p:spPr>
          <a:xfrm>
            <a:off x="841246" y="978619"/>
            <a:ext cx="5991244" cy="628564"/>
          </a:xfrm>
        </p:spPr>
        <p:txBody>
          <a:bodyPr>
            <a:normAutofit/>
          </a:bodyPr>
          <a:lstStyle/>
          <a:p>
            <a:r>
              <a:rPr lang="vi-VN" sz="3200" b="1">
                <a:latin typeface="Arial" panose="020B0604020202020204" pitchFamily="34" charset="0"/>
                <a:cs typeface="Arial" panose="020B0604020202020204" pitchFamily="34" charset="0"/>
              </a:rPr>
              <a:t>KẾT QUẢ NGHIÊN CỨU</a:t>
            </a:r>
            <a:endParaRPr lang="en-US" sz="3200" b="1">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69FE5F8-4AF7-A388-48A0-A4BBF2850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BB9B185D-EBF8-190D-DE38-EC55559A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2348A32F-0E43-22F3-54C7-7AE5348DA237}"/>
              </a:ext>
            </a:extLst>
          </p:cNvPr>
          <p:cNvSpPr>
            <a:spLocks noGrp="1"/>
          </p:cNvSpPr>
          <p:nvPr>
            <p:ph idx="1"/>
          </p:nvPr>
        </p:nvSpPr>
        <p:spPr>
          <a:xfrm>
            <a:off x="877458" y="1654962"/>
            <a:ext cx="5086462" cy="447505"/>
          </a:xfrm>
        </p:spPr>
        <p:txBody>
          <a:bodyPr>
            <a:normAutofit/>
          </a:bodyPr>
          <a:lstStyle/>
          <a:p>
            <a:pPr marL="0" indent="0">
              <a:buNone/>
            </a:pPr>
            <a:r>
              <a:rPr lang="vi-VN" sz="1800" b="1">
                <a:latin typeface="Arial" panose="020B0604020202020204" pitchFamily="34" charset="0"/>
                <a:cs typeface="Arial" panose="020B0604020202020204" pitchFamily="34" charset="0"/>
              </a:rPr>
              <a:t>Giao diện trang chi tiết sản phẩm (Adidas)</a:t>
            </a:r>
            <a:endParaRPr lang="en-US" sz="1800" b="1">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A455632D-FC22-2AF5-1DF8-6565308D4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5774" y="332057"/>
            <a:ext cx="2548596" cy="6099048"/>
          </a:xfrm>
          <a:prstGeom prst="rect">
            <a:avLst/>
          </a:prstGeom>
        </p:spPr>
      </p:pic>
      <p:sp>
        <p:nvSpPr>
          <p:cNvPr id="3" name="Content Placeholder 4">
            <a:extLst>
              <a:ext uri="{FF2B5EF4-FFF2-40B4-BE49-F238E27FC236}">
                <a16:creationId xmlns:a16="http://schemas.microsoft.com/office/drawing/2014/main" id="{CB23AF2E-2B55-D336-0301-624741EC9916}"/>
              </a:ext>
            </a:extLst>
          </p:cNvPr>
          <p:cNvSpPr txBox="1">
            <a:spLocks/>
          </p:cNvSpPr>
          <p:nvPr/>
        </p:nvSpPr>
        <p:spPr>
          <a:xfrm>
            <a:off x="887888" y="2355521"/>
            <a:ext cx="5836253" cy="328957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vi-VN">
                <a:latin typeface="Arial" panose="020B0604020202020204" pitchFamily="34" charset="0"/>
                <a:cs typeface="Arial" panose="020B0604020202020204" pitchFamily="34" charset="0"/>
              </a:rPr>
              <a:t>Trang chi tiết sản phẩm cung cấp những thông tin như sau:</a:t>
            </a:r>
            <a:endParaRPr lang="en-US">
              <a:latin typeface="Arial" panose="020B0604020202020204" pitchFamily="34" charset="0"/>
              <a:cs typeface="Arial" panose="020B0604020202020204" pitchFamily="34" charset="0"/>
            </a:endParaRPr>
          </a:p>
          <a:p>
            <a:pPr lvl="0"/>
            <a:r>
              <a:rPr lang="vi-VN">
                <a:latin typeface="Arial" panose="020B0604020202020204" pitchFamily="34" charset="0"/>
                <a:cs typeface="Arial" panose="020B0604020202020204" pitchFamily="34" charset="0"/>
              </a:rPr>
              <a:t>Hình ảnh sản phẩm.</a:t>
            </a:r>
            <a:endParaRPr lang="en-US">
              <a:latin typeface="Arial" panose="020B0604020202020204" pitchFamily="34" charset="0"/>
              <a:cs typeface="Arial" panose="020B0604020202020204" pitchFamily="34" charset="0"/>
            </a:endParaRPr>
          </a:p>
          <a:p>
            <a:pPr lvl="0"/>
            <a:r>
              <a:rPr lang="vi-VN">
                <a:latin typeface="Arial" panose="020B0604020202020204" pitchFamily="34" charset="0"/>
                <a:cs typeface="Arial" panose="020B0604020202020204" pitchFamily="34" charset="0"/>
              </a:rPr>
              <a:t>Tên sản phẩm.</a:t>
            </a:r>
            <a:endParaRPr lang="en-US">
              <a:latin typeface="Arial" panose="020B0604020202020204" pitchFamily="34" charset="0"/>
              <a:cs typeface="Arial" panose="020B0604020202020204" pitchFamily="34" charset="0"/>
            </a:endParaRPr>
          </a:p>
          <a:p>
            <a:pPr lvl="0"/>
            <a:r>
              <a:rPr lang="vi-VN">
                <a:latin typeface="Arial" panose="020B0604020202020204" pitchFamily="34" charset="0"/>
                <a:cs typeface="Arial" panose="020B0604020202020204" pitchFamily="34" charset="0"/>
              </a:rPr>
              <a:t>Mô tả sản phẩm.</a:t>
            </a: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9216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A62127-2B6B-ABC3-62CF-D631A0F4D5E9}"/>
            </a:ext>
          </a:extLst>
        </p:cNvPr>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8293A938-AE86-16A9-D636-287158086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Freeform: Shape 60">
            <a:extLst>
              <a:ext uri="{FF2B5EF4-FFF2-40B4-BE49-F238E27FC236}">
                <a16:creationId xmlns:a16="http://schemas.microsoft.com/office/drawing/2014/main" id="{0AEB9F15-BF9F-7DB6-2365-1EEA65F4CE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3" name="Freeform: Shape 62">
            <a:extLst>
              <a:ext uri="{FF2B5EF4-FFF2-40B4-BE49-F238E27FC236}">
                <a16:creationId xmlns:a16="http://schemas.microsoft.com/office/drawing/2014/main" id="{0280F947-7277-169C-EF8D-0399D81250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BC84FB-7A17-08E9-51D4-15728A57DC5B}"/>
              </a:ext>
            </a:extLst>
          </p:cNvPr>
          <p:cNvSpPr>
            <a:spLocks noGrp="1"/>
          </p:cNvSpPr>
          <p:nvPr>
            <p:ph type="title"/>
          </p:nvPr>
        </p:nvSpPr>
        <p:spPr>
          <a:xfrm>
            <a:off x="445274" y="681038"/>
            <a:ext cx="2804504" cy="1325563"/>
          </a:xfrm>
        </p:spPr>
        <p:txBody>
          <a:bodyPr vert="horz" lIns="91440" tIns="45720" rIns="91440" bIns="45720" rtlCol="0" anchor="ctr">
            <a:normAutofit/>
          </a:bodyPr>
          <a:lstStyle/>
          <a:p>
            <a:r>
              <a:rPr lang="en-US" sz="2800" b="1">
                <a:latin typeface="Arial" panose="020B0604020202020204" pitchFamily="34" charset="0"/>
                <a:cs typeface="Arial" panose="020B0604020202020204" pitchFamily="34" charset="0"/>
              </a:rPr>
              <a:t>KẾT QUẢ NGHIÊN CỨU</a:t>
            </a:r>
          </a:p>
        </p:txBody>
      </p:sp>
      <p:sp>
        <p:nvSpPr>
          <p:cNvPr id="65" name="Rectangle 64">
            <a:extLst>
              <a:ext uri="{FF2B5EF4-FFF2-40B4-BE49-F238E27FC236}">
                <a16:creationId xmlns:a16="http://schemas.microsoft.com/office/drawing/2014/main" id="{2D343169-EFC3-1307-BC0A-D54F51F62A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16867"/>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66">
            <a:extLst>
              <a:ext uri="{FF2B5EF4-FFF2-40B4-BE49-F238E27FC236}">
                <a16:creationId xmlns:a16="http://schemas.microsoft.com/office/drawing/2014/main" id="{49D252F3-813F-759A-D75F-AB79A770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F4663C96-0938-799D-2BE3-B60EFD151C5C}"/>
              </a:ext>
            </a:extLst>
          </p:cNvPr>
          <p:cNvSpPr>
            <a:spLocks noGrp="1"/>
          </p:cNvSpPr>
          <p:nvPr>
            <p:ph idx="1"/>
          </p:nvPr>
        </p:nvSpPr>
        <p:spPr>
          <a:xfrm>
            <a:off x="445274" y="2258172"/>
            <a:ext cx="3181846" cy="429468"/>
          </a:xfrm>
        </p:spPr>
        <p:txBody>
          <a:bodyPr vert="horz" lIns="91440" tIns="45720" rIns="91440" bIns="45720" rtlCol="0">
            <a:normAutofit/>
          </a:bodyPr>
          <a:lstStyle/>
          <a:p>
            <a:pPr marL="0" indent="0">
              <a:buNone/>
            </a:pPr>
            <a:r>
              <a:rPr lang="vi-VN" sz="1800" b="1">
                <a:latin typeface="Arial" panose="020B0604020202020204" pitchFamily="34" charset="0"/>
                <a:cs typeface="Arial" panose="020B0604020202020204" pitchFamily="34" charset="0"/>
              </a:rPr>
              <a:t>G</a:t>
            </a:r>
            <a:r>
              <a:rPr lang="en-US" sz="1800" b="1">
                <a:latin typeface="Arial" panose="020B0604020202020204" pitchFamily="34" charset="0"/>
                <a:cs typeface="Arial" panose="020B0604020202020204" pitchFamily="34" charset="0"/>
              </a:rPr>
              <a:t>iao diện trang </a:t>
            </a:r>
            <a:r>
              <a:rPr lang="vi-VN" sz="1800" b="1">
                <a:latin typeface="Arial" panose="020B0604020202020204" pitchFamily="34" charset="0"/>
                <a:cs typeface="Arial" panose="020B0604020202020204" pitchFamily="34" charset="0"/>
              </a:rPr>
              <a:t>giỏ hàng</a:t>
            </a:r>
            <a:endParaRPr lang="en-US" sz="1800" b="1">
              <a:latin typeface="Arial" panose="020B0604020202020204" pitchFamily="34" charset="0"/>
              <a:cs typeface="Arial" panose="020B0604020202020204" pitchFamily="34" charset="0"/>
            </a:endParaRPr>
          </a:p>
        </p:txBody>
      </p:sp>
      <p:sp>
        <p:nvSpPr>
          <p:cNvPr id="24" name="Content Placeholder 4">
            <a:extLst>
              <a:ext uri="{FF2B5EF4-FFF2-40B4-BE49-F238E27FC236}">
                <a16:creationId xmlns:a16="http://schemas.microsoft.com/office/drawing/2014/main" id="{2742A068-8192-9E95-D1F5-87811B6A6B63}"/>
              </a:ext>
            </a:extLst>
          </p:cNvPr>
          <p:cNvSpPr txBox="1">
            <a:spLocks/>
          </p:cNvSpPr>
          <p:nvPr/>
        </p:nvSpPr>
        <p:spPr>
          <a:xfrm>
            <a:off x="445274" y="2977128"/>
            <a:ext cx="3336621" cy="2814072"/>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Arial" panose="020B0604020202020204" pitchFamily="34" charset="0"/>
                <a:cs typeface="Arial" panose="020B0604020202020204" pitchFamily="34" charset="0"/>
              </a:rPr>
              <a:t>Trang giỏ hàng hiển thị danh sách sản phẩm trong giỏ hàng, bao gồm hình ảnh, tên sản phẩm, giá bán, số lượng và tổng tiền của từng sản phẩm, Người dùng có thể thêm hoặc xóa sản phẩm khỏi giỏ hàng khi cần thiết.</a:t>
            </a:r>
          </a:p>
        </p:txBody>
      </p:sp>
      <p:pic>
        <p:nvPicPr>
          <p:cNvPr id="4" name="Picture 3">
            <a:extLst>
              <a:ext uri="{FF2B5EF4-FFF2-40B4-BE49-F238E27FC236}">
                <a16:creationId xmlns:a16="http://schemas.microsoft.com/office/drawing/2014/main" id="{B4E3B310-4910-0B87-9BEB-E71E661032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6706" y="449326"/>
            <a:ext cx="5201866" cy="5628131"/>
          </a:xfrm>
          <a:prstGeom prst="rect">
            <a:avLst/>
          </a:prstGeom>
        </p:spPr>
      </p:pic>
    </p:spTree>
    <p:extLst>
      <p:ext uri="{BB962C8B-B14F-4D97-AF65-F5344CB8AC3E}">
        <p14:creationId xmlns:p14="http://schemas.microsoft.com/office/powerpoint/2010/main" val="1941348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45261A-52A9-EEF4-8408-F039A147CF97}"/>
            </a:ext>
          </a:extLst>
        </p:cNvPr>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54CBA535-97A9-0328-579B-AAD72C6744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Freeform: Shape 60">
            <a:extLst>
              <a:ext uri="{FF2B5EF4-FFF2-40B4-BE49-F238E27FC236}">
                <a16:creationId xmlns:a16="http://schemas.microsoft.com/office/drawing/2014/main" id="{CE743942-25E3-1BD6-2AE9-0A682992D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3" name="Freeform: Shape 62">
            <a:extLst>
              <a:ext uri="{FF2B5EF4-FFF2-40B4-BE49-F238E27FC236}">
                <a16:creationId xmlns:a16="http://schemas.microsoft.com/office/drawing/2014/main" id="{5FD00A8F-89AB-E4B1-14E4-4211E6F4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5031306-8501-70CA-E2BC-4E99326FD65B}"/>
              </a:ext>
            </a:extLst>
          </p:cNvPr>
          <p:cNvSpPr>
            <a:spLocks noGrp="1"/>
          </p:cNvSpPr>
          <p:nvPr>
            <p:ph type="title"/>
          </p:nvPr>
        </p:nvSpPr>
        <p:spPr>
          <a:xfrm>
            <a:off x="445274" y="681038"/>
            <a:ext cx="2804504" cy="1325563"/>
          </a:xfrm>
        </p:spPr>
        <p:txBody>
          <a:bodyPr vert="horz" lIns="91440" tIns="45720" rIns="91440" bIns="45720" rtlCol="0" anchor="ctr">
            <a:normAutofit/>
          </a:bodyPr>
          <a:lstStyle/>
          <a:p>
            <a:r>
              <a:rPr lang="en-US" sz="2800" b="1">
                <a:latin typeface="Arial" panose="020B0604020202020204" pitchFamily="34" charset="0"/>
                <a:cs typeface="Arial" panose="020B0604020202020204" pitchFamily="34" charset="0"/>
              </a:rPr>
              <a:t>KẾT QUẢ NGHIÊN CỨU</a:t>
            </a:r>
          </a:p>
        </p:txBody>
      </p:sp>
      <p:sp>
        <p:nvSpPr>
          <p:cNvPr id="65" name="Rectangle 64">
            <a:extLst>
              <a:ext uri="{FF2B5EF4-FFF2-40B4-BE49-F238E27FC236}">
                <a16:creationId xmlns:a16="http://schemas.microsoft.com/office/drawing/2014/main" id="{07D70D12-6BC7-DAB0-19EB-BF14F451C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16867"/>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66">
            <a:extLst>
              <a:ext uri="{FF2B5EF4-FFF2-40B4-BE49-F238E27FC236}">
                <a16:creationId xmlns:a16="http://schemas.microsoft.com/office/drawing/2014/main" id="{2C7A7EDC-92CB-5FF3-4E79-ACECCA1F7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E64BEF4D-6A6E-4C46-3B22-688952BDCEAB}"/>
              </a:ext>
            </a:extLst>
          </p:cNvPr>
          <p:cNvSpPr>
            <a:spLocks noGrp="1"/>
          </p:cNvSpPr>
          <p:nvPr>
            <p:ph idx="1"/>
          </p:nvPr>
        </p:nvSpPr>
        <p:spPr>
          <a:xfrm>
            <a:off x="445273" y="2258171"/>
            <a:ext cx="3273287" cy="871109"/>
          </a:xfrm>
        </p:spPr>
        <p:txBody>
          <a:bodyPr vert="horz" lIns="91440" tIns="45720" rIns="91440" bIns="45720" rtlCol="0">
            <a:noAutofit/>
          </a:bodyPr>
          <a:lstStyle/>
          <a:p>
            <a:pPr marL="0" indent="0">
              <a:buNone/>
            </a:pPr>
            <a:r>
              <a:rPr lang="vi-VN" sz="2000" b="1">
                <a:latin typeface="Arial" panose="020B0604020202020204" pitchFamily="34" charset="0"/>
                <a:cs typeface="Arial" panose="020B0604020202020204" pitchFamily="34" charset="0"/>
              </a:rPr>
              <a:t>Giao diện trang đặt hàng</a:t>
            </a:r>
            <a:endParaRPr lang="en-US" sz="2000" b="1">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71E7D9E3-8EF0-B1F7-43BF-334251D558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6985" y="292101"/>
            <a:ext cx="5358404" cy="3136899"/>
          </a:xfrm>
          <a:prstGeom prst="rect">
            <a:avLst/>
          </a:prstGeom>
        </p:spPr>
      </p:pic>
      <p:pic>
        <p:nvPicPr>
          <p:cNvPr id="9" name="Picture 8">
            <a:extLst>
              <a:ext uri="{FF2B5EF4-FFF2-40B4-BE49-F238E27FC236}">
                <a16:creationId xmlns:a16="http://schemas.microsoft.com/office/drawing/2014/main" id="{273B5742-4870-E74D-B194-CE91B31178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8800" y="3530204"/>
            <a:ext cx="3054774" cy="3035695"/>
          </a:xfrm>
          <a:prstGeom prst="rect">
            <a:avLst/>
          </a:prstGeom>
        </p:spPr>
      </p:pic>
      <p:sp>
        <p:nvSpPr>
          <p:cNvPr id="10" name="Content Placeholder 4">
            <a:extLst>
              <a:ext uri="{FF2B5EF4-FFF2-40B4-BE49-F238E27FC236}">
                <a16:creationId xmlns:a16="http://schemas.microsoft.com/office/drawing/2014/main" id="{83836A53-ECB2-BE69-5016-66293EF98C6F}"/>
              </a:ext>
            </a:extLst>
          </p:cNvPr>
          <p:cNvSpPr txBox="1">
            <a:spLocks/>
          </p:cNvSpPr>
          <p:nvPr/>
        </p:nvSpPr>
        <p:spPr>
          <a:xfrm>
            <a:off x="445274" y="2977128"/>
            <a:ext cx="3336621" cy="348463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Arial" panose="020B0604020202020204" pitchFamily="34" charset="0"/>
                <a:cs typeface="Arial" panose="020B0604020202020204" pitchFamily="34" charset="0"/>
              </a:rPr>
              <a:t>Trang đặt hàng </a:t>
            </a:r>
            <a:r>
              <a:rPr lang="vi-VN">
                <a:latin typeface="Arial" panose="020B0604020202020204" pitchFamily="34" charset="0"/>
                <a:cs typeface="Arial" panose="020B0604020202020204" pitchFamily="34" charset="0"/>
              </a:rPr>
              <a:t>gồm:  các trường nhập thông tin cá nhân của người dùng và thông tin của sản phẩm. Trang đặt hàng thành công sẽ hiện lên khi người dùng click và button đặt hàng</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3334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870C58-FB65-7154-C8D2-CC80E0562238}"/>
            </a:ext>
          </a:extLst>
        </p:cNvPr>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9460CA7B-C478-BC50-40DA-761261C661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Freeform: Shape 60">
            <a:extLst>
              <a:ext uri="{FF2B5EF4-FFF2-40B4-BE49-F238E27FC236}">
                <a16:creationId xmlns:a16="http://schemas.microsoft.com/office/drawing/2014/main" id="{71764EF5-CDDA-8F1A-6DF4-3E340E5BB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3" name="Freeform: Shape 62">
            <a:extLst>
              <a:ext uri="{FF2B5EF4-FFF2-40B4-BE49-F238E27FC236}">
                <a16:creationId xmlns:a16="http://schemas.microsoft.com/office/drawing/2014/main" id="{79E42896-CB4D-7CF2-24B5-641E8A1F0D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E3F6AAB-FECD-F455-9D8F-4D9493884641}"/>
              </a:ext>
            </a:extLst>
          </p:cNvPr>
          <p:cNvSpPr>
            <a:spLocks noGrp="1"/>
          </p:cNvSpPr>
          <p:nvPr>
            <p:ph type="title"/>
          </p:nvPr>
        </p:nvSpPr>
        <p:spPr>
          <a:xfrm>
            <a:off x="445274" y="681038"/>
            <a:ext cx="2804504" cy="1325563"/>
          </a:xfrm>
        </p:spPr>
        <p:txBody>
          <a:bodyPr vert="horz" lIns="91440" tIns="45720" rIns="91440" bIns="45720" rtlCol="0" anchor="ctr">
            <a:normAutofit/>
          </a:bodyPr>
          <a:lstStyle/>
          <a:p>
            <a:r>
              <a:rPr lang="en-US" sz="2800" b="1">
                <a:latin typeface="Arial" panose="020B0604020202020204" pitchFamily="34" charset="0"/>
                <a:cs typeface="Arial" panose="020B0604020202020204" pitchFamily="34" charset="0"/>
              </a:rPr>
              <a:t>KẾT QUẢ NGHIÊN CỨU</a:t>
            </a:r>
          </a:p>
        </p:txBody>
      </p:sp>
      <p:sp>
        <p:nvSpPr>
          <p:cNvPr id="65" name="Rectangle 64">
            <a:extLst>
              <a:ext uri="{FF2B5EF4-FFF2-40B4-BE49-F238E27FC236}">
                <a16:creationId xmlns:a16="http://schemas.microsoft.com/office/drawing/2014/main" id="{E828CFFD-907C-B910-7505-41EBC819F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16867"/>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66">
            <a:extLst>
              <a:ext uri="{FF2B5EF4-FFF2-40B4-BE49-F238E27FC236}">
                <a16:creationId xmlns:a16="http://schemas.microsoft.com/office/drawing/2014/main" id="{C90F160D-2FCD-F8BB-DBBF-8C2388683A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EDFB1B54-2991-36D9-D17D-172CC8F57153}"/>
              </a:ext>
            </a:extLst>
          </p:cNvPr>
          <p:cNvSpPr>
            <a:spLocks noGrp="1"/>
          </p:cNvSpPr>
          <p:nvPr>
            <p:ph idx="1"/>
          </p:nvPr>
        </p:nvSpPr>
        <p:spPr>
          <a:xfrm>
            <a:off x="445273" y="2258172"/>
            <a:ext cx="3498005" cy="517540"/>
          </a:xfrm>
        </p:spPr>
        <p:txBody>
          <a:bodyPr vert="horz" lIns="91440" tIns="45720" rIns="91440" bIns="45720" rtlCol="0">
            <a:normAutofit fontScale="85000" lnSpcReduction="10000"/>
          </a:bodyPr>
          <a:lstStyle/>
          <a:p>
            <a:pPr marL="0" indent="0">
              <a:buNone/>
            </a:pPr>
            <a:r>
              <a:rPr lang="vi-VN" sz="1800" b="1">
                <a:latin typeface="Arial" panose="020B0604020202020204" pitchFamily="34" charset="0"/>
                <a:cs typeface="Arial" panose="020B0604020202020204" pitchFamily="34" charset="0"/>
              </a:rPr>
              <a:t>G</a:t>
            </a:r>
            <a:r>
              <a:rPr lang="en-US" sz="1800" b="1">
                <a:latin typeface="Arial" panose="020B0604020202020204" pitchFamily="34" charset="0"/>
                <a:cs typeface="Arial" panose="020B0604020202020204" pitchFamily="34" charset="0"/>
              </a:rPr>
              <a:t>iao diện trang </a:t>
            </a:r>
            <a:r>
              <a:rPr lang="vi-VN" sz="1800" b="1">
                <a:latin typeface="Arial" panose="020B0604020202020204" pitchFamily="34" charset="0"/>
                <a:cs typeface="Arial" panose="020B0604020202020204" pitchFamily="34" charset="0"/>
              </a:rPr>
              <a:t>đăng ký / đăng nhập</a:t>
            </a:r>
            <a:endParaRPr lang="en-US" sz="1800" b="1">
              <a:latin typeface="Arial" panose="020B0604020202020204" pitchFamily="34" charset="0"/>
              <a:cs typeface="Arial" panose="020B0604020202020204" pitchFamily="34" charset="0"/>
            </a:endParaRPr>
          </a:p>
        </p:txBody>
      </p:sp>
      <p:sp>
        <p:nvSpPr>
          <p:cNvPr id="24" name="Content Placeholder 4">
            <a:extLst>
              <a:ext uri="{FF2B5EF4-FFF2-40B4-BE49-F238E27FC236}">
                <a16:creationId xmlns:a16="http://schemas.microsoft.com/office/drawing/2014/main" id="{EC0897AF-47AB-9583-5325-23133D2A7F0C}"/>
              </a:ext>
            </a:extLst>
          </p:cNvPr>
          <p:cNvSpPr txBox="1">
            <a:spLocks/>
          </p:cNvSpPr>
          <p:nvPr/>
        </p:nvSpPr>
        <p:spPr>
          <a:xfrm>
            <a:off x="445274" y="2977128"/>
            <a:ext cx="3336621" cy="281407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Arial" panose="020B0604020202020204" pitchFamily="34" charset="0"/>
                <a:cs typeface="Arial" panose="020B0604020202020204" pitchFamily="34" charset="0"/>
              </a:rPr>
              <a:t>Trang đăng nhập </a:t>
            </a:r>
            <a:r>
              <a:rPr lang="vi-VN">
                <a:latin typeface="Arial" panose="020B0604020202020204" pitchFamily="34" charset="0"/>
                <a:cs typeface="Arial" panose="020B0604020202020204" pitchFamily="34" charset="0"/>
              </a:rPr>
              <a:t>gồm: </a:t>
            </a:r>
            <a:r>
              <a:rPr lang="en-US">
                <a:latin typeface="Arial" panose="020B0604020202020204" pitchFamily="34" charset="0"/>
                <a:cs typeface="Arial" panose="020B0604020202020204" pitchFamily="34" charset="0"/>
              </a:rPr>
              <a:t> biểu mẫu đăng nhập với hai trường email và mật khẩu, cùng nút “Đăng nhập. Ngoài ra, trang còn cung cấp liên kết </a:t>
            </a:r>
            <a:r>
              <a:rPr lang="vi-VN">
                <a:latin typeface="Arial" panose="020B0604020202020204" pitchFamily="34" charset="0"/>
                <a:cs typeface="Arial" panose="020B0604020202020204" pitchFamily="34" charset="0"/>
              </a:rPr>
              <a:t>đến trang </a:t>
            </a:r>
            <a:r>
              <a:rPr lang="en-US">
                <a:latin typeface="Arial" panose="020B0604020202020204" pitchFamily="34" charset="0"/>
                <a:cs typeface="Arial" panose="020B0604020202020204" pitchFamily="34" charset="0"/>
              </a:rPr>
              <a:t>đăng ký.</a:t>
            </a:r>
          </a:p>
        </p:txBody>
      </p:sp>
      <p:pic>
        <p:nvPicPr>
          <p:cNvPr id="6" name="Picture 5">
            <a:extLst>
              <a:ext uri="{FF2B5EF4-FFF2-40B4-BE49-F238E27FC236}">
                <a16:creationId xmlns:a16="http://schemas.microsoft.com/office/drawing/2014/main" id="{024C1E6E-A850-8314-49E5-3787FFC00C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85986" y="681038"/>
            <a:ext cx="2396974" cy="5380229"/>
          </a:xfrm>
          <a:prstGeom prst="rect">
            <a:avLst/>
          </a:prstGeom>
        </p:spPr>
      </p:pic>
      <p:pic>
        <p:nvPicPr>
          <p:cNvPr id="8" name="Picture 7">
            <a:extLst>
              <a:ext uri="{FF2B5EF4-FFF2-40B4-BE49-F238E27FC236}">
                <a16:creationId xmlns:a16="http://schemas.microsoft.com/office/drawing/2014/main" id="{D28DF665-51CC-1CC6-41A6-6B1B015D91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1387" y="1466921"/>
            <a:ext cx="3326404" cy="3924160"/>
          </a:xfrm>
          <a:prstGeom prst="rect">
            <a:avLst/>
          </a:prstGeom>
        </p:spPr>
      </p:pic>
    </p:spTree>
    <p:extLst>
      <p:ext uri="{BB962C8B-B14F-4D97-AF65-F5344CB8AC3E}">
        <p14:creationId xmlns:p14="http://schemas.microsoft.com/office/powerpoint/2010/main" val="1553264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383379-5EFB-66A1-C6F1-91A60519E127}"/>
            </a:ext>
          </a:extLst>
        </p:cNvPr>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875EEDBE-D69D-A0E6-B341-91919460C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Freeform: Shape 60">
            <a:extLst>
              <a:ext uri="{FF2B5EF4-FFF2-40B4-BE49-F238E27FC236}">
                <a16:creationId xmlns:a16="http://schemas.microsoft.com/office/drawing/2014/main" id="{629F02CF-91A0-5899-BE28-0E009858A3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3" name="Freeform: Shape 62">
            <a:extLst>
              <a:ext uri="{FF2B5EF4-FFF2-40B4-BE49-F238E27FC236}">
                <a16:creationId xmlns:a16="http://schemas.microsoft.com/office/drawing/2014/main" id="{C8E0F951-9759-BDB1-593F-43E044AFA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6D4627-3817-19DB-F66A-DB2F354E47C6}"/>
              </a:ext>
            </a:extLst>
          </p:cNvPr>
          <p:cNvSpPr>
            <a:spLocks noGrp="1"/>
          </p:cNvSpPr>
          <p:nvPr>
            <p:ph type="title"/>
          </p:nvPr>
        </p:nvSpPr>
        <p:spPr>
          <a:xfrm>
            <a:off x="445274" y="681038"/>
            <a:ext cx="2804504" cy="1325563"/>
          </a:xfrm>
        </p:spPr>
        <p:txBody>
          <a:bodyPr vert="horz" lIns="91440" tIns="45720" rIns="91440" bIns="45720" rtlCol="0" anchor="ctr">
            <a:normAutofit/>
          </a:bodyPr>
          <a:lstStyle/>
          <a:p>
            <a:r>
              <a:rPr lang="en-US" sz="2800" b="1">
                <a:latin typeface="Arial" panose="020B0604020202020204" pitchFamily="34" charset="0"/>
                <a:cs typeface="Arial" panose="020B0604020202020204" pitchFamily="34" charset="0"/>
              </a:rPr>
              <a:t>KẾT QUẢ NGHIÊN CỨU</a:t>
            </a:r>
          </a:p>
        </p:txBody>
      </p:sp>
      <p:sp>
        <p:nvSpPr>
          <p:cNvPr id="65" name="Rectangle 64">
            <a:extLst>
              <a:ext uri="{FF2B5EF4-FFF2-40B4-BE49-F238E27FC236}">
                <a16:creationId xmlns:a16="http://schemas.microsoft.com/office/drawing/2014/main" id="{D4F59448-3D48-C96B-90F3-01CDD51F1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16867"/>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66">
            <a:extLst>
              <a:ext uri="{FF2B5EF4-FFF2-40B4-BE49-F238E27FC236}">
                <a16:creationId xmlns:a16="http://schemas.microsoft.com/office/drawing/2014/main" id="{32AFB718-B27C-7737-5D3A-83F5F1B24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47C96C9D-3EDF-C9C7-F622-FB47341EC1CE}"/>
              </a:ext>
            </a:extLst>
          </p:cNvPr>
          <p:cNvSpPr>
            <a:spLocks noGrp="1"/>
          </p:cNvSpPr>
          <p:nvPr>
            <p:ph idx="1"/>
          </p:nvPr>
        </p:nvSpPr>
        <p:spPr>
          <a:xfrm>
            <a:off x="445273" y="2258172"/>
            <a:ext cx="3498005" cy="517540"/>
          </a:xfrm>
        </p:spPr>
        <p:txBody>
          <a:bodyPr vert="horz" lIns="91440" tIns="45720" rIns="91440" bIns="45720" rtlCol="0">
            <a:normAutofit/>
          </a:bodyPr>
          <a:lstStyle/>
          <a:p>
            <a:pPr marL="0" indent="0">
              <a:buNone/>
            </a:pPr>
            <a:r>
              <a:rPr lang="vi-VN" sz="1800" b="1">
                <a:latin typeface="Arial" panose="020B0604020202020204" pitchFamily="34" charset="0"/>
                <a:cs typeface="Arial" panose="020B0604020202020204" pitchFamily="34" charset="0"/>
              </a:rPr>
              <a:t>Kết quả liên kết prototype</a:t>
            </a:r>
            <a:endParaRPr lang="en-US" sz="1800" b="1">
              <a:latin typeface="Arial" panose="020B0604020202020204" pitchFamily="34" charset="0"/>
              <a:cs typeface="Arial" panose="020B0604020202020204" pitchFamily="34" charset="0"/>
            </a:endParaRPr>
          </a:p>
        </p:txBody>
      </p:sp>
      <p:sp>
        <p:nvSpPr>
          <p:cNvPr id="24" name="Content Placeholder 4">
            <a:extLst>
              <a:ext uri="{FF2B5EF4-FFF2-40B4-BE49-F238E27FC236}">
                <a16:creationId xmlns:a16="http://schemas.microsoft.com/office/drawing/2014/main" id="{729F5013-9661-19F3-D8A2-7B65CE3D9FE3}"/>
              </a:ext>
            </a:extLst>
          </p:cNvPr>
          <p:cNvSpPr txBox="1">
            <a:spLocks/>
          </p:cNvSpPr>
          <p:nvPr/>
        </p:nvSpPr>
        <p:spPr>
          <a:xfrm>
            <a:off x="445274" y="2977128"/>
            <a:ext cx="3336621" cy="281407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Arial" panose="020B0604020202020204" pitchFamily="34" charset="0"/>
                <a:cs typeface="Arial" panose="020B0604020202020204" pitchFamily="34" charset="0"/>
              </a:rPr>
              <a:t>Sơ đồ liên kết prototype thể hiện luồng tương tác của người dùng trong hệ thống, được mô tả chi tiết như trong sơ đồ </a:t>
            </a:r>
            <a:r>
              <a:rPr lang="vi-VN">
                <a:latin typeface="Arial" panose="020B0604020202020204" pitchFamily="34" charset="0"/>
                <a:cs typeface="Arial" panose="020B0604020202020204" pitchFamily="34" charset="0"/>
              </a:rPr>
              <a:t>sau</a:t>
            </a:r>
            <a:r>
              <a:rPr lang="en-US">
                <a:latin typeface="Arial" panose="020B0604020202020204" pitchFamily="34" charset="0"/>
                <a:cs typeface="Arial" panose="020B0604020202020204" pitchFamily="34" charset="0"/>
              </a:rPr>
              <a:t> đây</a:t>
            </a:r>
            <a:r>
              <a:rPr lang="vi-VN">
                <a:latin typeface="Arial" panose="020B0604020202020204" pitchFamily="34" charset="0"/>
                <a:cs typeface="Arial" panose="020B0604020202020204" pitchFamily="34" charset="0"/>
              </a:rPr>
              <a:t>: </a:t>
            </a:r>
            <a:endParaRPr lang="en-US">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72E4D56A-17B3-42B0-D0C8-D8E0481424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7787" y="426931"/>
            <a:ext cx="5758535" cy="6004138"/>
          </a:xfrm>
          <a:prstGeom prst="rect">
            <a:avLst/>
          </a:prstGeom>
        </p:spPr>
      </p:pic>
    </p:spTree>
    <p:extLst>
      <p:ext uri="{BB962C8B-B14F-4D97-AF65-F5344CB8AC3E}">
        <p14:creationId xmlns:p14="http://schemas.microsoft.com/office/powerpoint/2010/main" val="3982120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108AE1-B2AD-DF9D-B7A2-F4B4792357D7}"/>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7" name="Rectangle 3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462F8E-5CF8-0122-D742-432712B52B55}"/>
              </a:ext>
            </a:extLst>
          </p:cNvPr>
          <p:cNvSpPr>
            <a:spLocks noGrp="1"/>
          </p:cNvSpPr>
          <p:nvPr>
            <p:ph type="title"/>
          </p:nvPr>
        </p:nvSpPr>
        <p:spPr>
          <a:xfrm>
            <a:off x="1115568" y="548640"/>
            <a:ext cx="10168128" cy="1179576"/>
          </a:xfrm>
        </p:spPr>
        <p:txBody>
          <a:bodyPr>
            <a:normAutofit/>
          </a:bodyPr>
          <a:lstStyle/>
          <a:p>
            <a:r>
              <a:rPr lang="vi-VN" b="1">
                <a:latin typeface="Arial" panose="020B0604020202020204" pitchFamily="34" charset="0"/>
                <a:cs typeface="Arial" panose="020B0604020202020204" pitchFamily="34" charset="0"/>
              </a:rPr>
              <a:t>TỔNG KẾT	</a:t>
            </a:r>
            <a:endParaRPr lang="en-US" b="1">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BEEFF29F-4FB8-16AF-3444-440068C8592F}"/>
              </a:ext>
            </a:extLst>
          </p:cNvPr>
          <p:cNvSpPr>
            <a:spLocks noGrp="1"/>
          </p:cNvSpPr>
          <p:nvPr>
            <p:ph idx="1"/>
          </p:nvPr>
        </p:nvSpPr>
        <p:spPr>
          <a:xfrm>
            <a:off x="1157919" y="2239776"/>
            <a:ext cx="10168128" cy="4069584"/>
          </a:xfrm>
        </p:spPr>
        <p:txBody>
          <a:bodyPr>
            <a:normAutofit fontScale="85000" lnSpcReduction="20000"/>
          </a:bodyPr>
          <a:lstStyle/>
          <a:p>
            <a:pPr marL="0" indent="0" algn="just">
              <a:lnSpc>
                <a:spcPct val="100000"/>
              </a:lnSpc>
              <a:buNone/>
            </a:pPr>
            <a:r>
              <a:rPr lang="vi-VN" sz="2000" b="1">
                <a:latin typeface="Arial" panose="020B0604020202020204" pitchFamily="34" charset="0"/>
                <a:cs typeface="Arial" panose="020B0604020202020204" pitchFamily="34" charset="0"/>
              </a:rPr>
              <a:t>Kết quả đạt được</a:t>
            </a:r>
            <a:endParaRPr lang="vi-VN" sz="2000">
              <a:latin typeface="Arial" panose="020B0604020202020204" pitchFamily="34" charset="0"/>
              <a:cs typeface="Arial" panose="020B0604020202020204" pitchFamily="34" charset="0"/>
            </a:endParaRPr>
          </a:p>
          <a:p>
            <a:pPr marL="0" indent="0" algn="just">
              <a:lnSpc>
                <a:spcPct val="100000"/>
              </a:lnSpc>
              <a:buNone/>
            </a:pPr>
            <a:r>
              <a:rPr lang="vi-VN" sz="2000">
                <a:latin typeface="Arial" panose="020B0604020202020204" pitchFamily="34" charset="0"/>
                <a:cs typeface="Arial" panose="020B0604020202020204" pitchFamily="34" charset="0"/>
              </a:rPr>
              <a:t>Thiết kế hoàn chỉnh giao diện website bán giày bằng Figma với các trang chức năng chính: trang chủ, sản phẩm, chi tiết sản phẩm, giỏ hàng, đăng nhập/đăng ký và đặt hàng.</a:t>
            </a:r>
          </a:p>
          <a:p>
            <a:pPr marL="0" indent="0" algn="just">
              <a:lnSpc>
                <a:spcPct val="100000"/>
              </a:lnSpc>
              <a:buNone/>
            </a:pPr>
            <a:r>
              <a:rPr lang="vi-VN" sz="2000">
                <a:latin typeface="Arial" panose="020B0604020202020204" pitchFamily="34" charset="0"/>
                <a:cs typeface="Arial" panose="020B0604020202020204" pitchFamily="34" charset="0"/>
              </a:rPr>
              <a:t>Mô phỏng đầy đủ luồng thao tác cơ bản của người dùng thông qua prototype.</a:t>
            </a:r>
          </a:p>
          <a:p>
            <a:pPr marL="0" indent="0" algn="just">
              <a:lnSpc>
                <a:spcPct val="100000"/>
              </a:lnSpc>
              <a:buNone/>
            </a:pPr>
            <a:r>
              <a:rPr lang="vi-VN" sz="2000">
                <a:latin typeface="Arial" panose="020B0604020202020204" pitchFamily="34" charset="0"/>
                <a:cs typeface="Arial" panose="020B0604020202020204" pitchFamily="34" charset="0"/>
              </a:rPr>
              <a:t>Nắm vững quy trình thiết kế giao diện UI/UX, sử dụng hiệu quả các công cụ của Figma như wireframe, layout, component và prototype.</a:t>
            </a:r>
          </a:p>
          <a:p>
            <a:pPr marL="0" indent="0" algn="just">
              <a:lnSpc>
                <a:spcPct val="100000"/>
              </a:lnSpc>
              <a:buNone/>
            </a:pPr>
            <a:r>
              <a:rPr lang="vi-VN" sz="2000" b="1">
                <a:latin typeface="Arial" panose="020B0604020202020204" pitchFamily="34" charset="0"/>
                <a:cs typeface="Arial" panose="020B0604020202020204" pitchFamily="34" charset="0"/>
              </a:rPr>
              <a:t>Hạn chế</a:t>
            </a:r>
            <a:endParaRPr lang="vi-VN" sz="2000">
              <a:latin typeface="Arial" panose="020B0604020202020204" pitchFamily="34" charset="0"/>
              <a:cs typeface="Arial" panose="020B0604020202020204" pitchFamily="34" charset="0"/>
            </a:endParaRPr>
          </a:p>
          <a:p>
            <a:pPr marL="0" indent="0" algn="just">
              <a:lnSpc>
                <a:spcPct val="100000"/>
              </a:lnSpc>
              <a:buNone/>
            </a:pPr>
            <a:r>
              <a:rPr lang="vi-VN" sz="2000">
                <a:latin typeface="Arial" panose="020B0604020202020204" pitchFamily="34" charset="0"/>
                <a:cs typeface="Arial" panose="020B0604020202020204" pitchFamily="34" charset="0"/>
              </a:rPr>
              <a:t>Giao diện mới dừng ở mức thiết kế mô phỏng, chưa triển khai thành website thực tế.</a:t>
            </a:r>
          </a:p>
          <a:p>
            <a:pPr marL="0" indent="0" algn="just">
              <a:lnSpc>
                <a:spcPct val="100000"/>
              </a:lnSpc>
              <a:buNone/>
            </a:pPr>
            <a:r>
              <a:rPr lang="vi-VN" sz="2000">
                <a:latin typeface="Arial" panose="020B0604020202020204" pitchFamily="34" charset="0"/>
                <a:cs typeface="Arial" panose="020B0604020202020204" pitchFamily="34" charset="0"/>
              </a:rPr>
              <a:t>Chưa thể hiện đầy đủ các chức năng nâng cao và chưa tối ưu cho nhiều kích thước màn hình.</a:t>
            </a:r>
          </a:p>
          <a:p>
            <a:pPr marL="0" indent="0" algn="just">
              <a:lnSpc>
                <a:spcPct val="100000"/>
              </a:lnSpc>
              <a:buNone/>
            </a:pPr>
            <a:r>
              <a:rPr lang="vi-VN" sz="2000" b="1">
                <a:latin typeface="Arial" panose="020B0604020202020204" pitchFamily="34" charset="0"/>
                <a:cs typeface="Arial" panose="020B0604020202020204" pitchFamily="34" charset="0"/>
              </a:rPr>
              <a:t>Hướng phát triển</a:t>
            </a:r>
            <a:endParaRPr lang="vi-VN" sz="2000">
              <a:latin typeface="Arial" panose="020B0604020202020204" pitchFamily="34" charset="0"/>
              <a:cs typeface="Arial" panose="020B0604020202020204" pitchFamily="34" charset="0"/>
            </a:endParaRPr>
          </a:p>
          <a:p>
            <a:pPr marL="0" indent="0" algn="just">
              <a:lnSpc>
                <a:spcPct val="100000"/>
              </a:lnSpc>
              <a:buNone/>
            </a:pPr>
            <a:r>
              <a:rPr lang="vi-VN" sz="2000">
                <a:latin typeface="Arial" panose="020B0604020202020204" pitchFamily="34" charset="0"/>
                <a:cs typeface="Arial" panose="020B0604020202020204" pitchFamily="34" charset="0"/>
              </a:rPr>
              <a:t>Mở rộng thiết kế responsive cho nhiều thiết bị.</a:t>
            </a:r>
          </a:p>
          <a:p>
            <a:pPr marL="0" indent="0" algn="just">
              <a:lnSpc>
                <a:spcPct val="100000"/>
              </a:lnSpc>
              <a:buNone/>
            </a:pPr>
            <a:r>
              <a:rPr lang="vi-VN" sz="2000">
                <a:latin typeface="Arial" panose="020B0604020202020204" pitchFamily="34" charset="0"/>
                <a:cs typeface="Arial" panose="020B0604020202020204" pitchFamily="34" charset="0"/>
              </a:rPr>
              <a:t>Bổ sung các chức năng nâng cao và triển khai giao diện thành website thực tế bằng các công nghệ web phù hợp.</a:t>
            </a:r>
          </a:p>
          <a:p>
            <a:pPr marL="0" indent="0">
              <a:lnSpc>
                <a:spcPct val="100000"/>
              </a:lnSpc>
              <a:buNone/>
            </a:pPr>
            <a:endParaRPr lang="en-US" sz="1200">
              <a:latin typeface="Arial" panose="020B0604020202020204" pitchFamily="34" charset="0"/>
              <a:cs typeface="Arial" panose="020B0604020202020204" pitchFamily="34" charset="0"/>
            </a:endParaRPr>
          </a:p>
        </p:txBody>
      </p:sp>
      <p:sp>
        <p:nvSpPr>
          <p:cNvPr id="6" name="Content Placeholder 4">
            <a:extLst>
              <a:ext uri="{FF2B5EF4-FFF2-40B4-BE49-F238E27FC236}">
                <a16:creationId xmlns:a16="http://schemas.microsoft.com/office/drawing/2014/main" id="{C1E67247-B9EC-FB8E-D197-36F56FC52553}"/>
              </a:ext>
            </a:extLst>
          </p:cNvPr>
          <p:cNvSpPr txBox="1">
            <a:spLocks/>
          </p:cNvSpPr>
          <p:nvPr/>
        </p:nvSpPr>
        <p:spPr>
          <a:xfrm>
            <a:off x="865953" y="2361362"/>
            <a:ext cx="10451592" cy="406958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862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3" name="Rectangle 3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Freeform: Shape 3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5" name="Freeform: Shape 34">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3F85C5A-9956-8CC1-218C-C6058F76EB75}"/>
              </a:ext>
            </a:extLst>
          </p:cNvPr>
          <p:cNvSpPr>
            <a:spLocks noGrp="1"/>
          </p:cNvSpPr>
          <p:nvPr>
            <p:ph type="title"/>
          </p:nvPr>
        </p:nvSpPr>
        <p:spPr>
          <a:xfrm>
            <a:off x="1524003" y="1646666"/>
            <a:ext cx="9016718" cy="3116977"/>
          </a:xfrm>
        </p:spPr>
        <p:txBody>
          <a:bodyPr vert="horz" lIns="91440" tIns="45720" rIns="91440" bIns="45720" rtlCol="0" anchor="ctr">
            <a:normAutofit/>
          </a:bodyPr>
          <a:lstStyle/>
          <a:p>
            <a:pPr algn="ctr"/>
            <a:r>
              <a:rPr lang="en-US" sz="6000" b="1">
                <a:latin typeface="Arial" panose="020B0604020202020204" pitchFamily="34" charset="0"/>
                <a:cs typeface="Arial" panose="020B0604020202020204" pitchFamily="34" charset="0"/>
              </a:rPr>
              <a:t>CẢM ƠN </a:t>
            </a:r>
            <a:r>
              <a:rPr lang="vi-VN" sz="6000" b="1">
                <a:latin typeface="Arial" panose="020B0604020202020204" pitchFamily="34" charset="0"/>
                <a:cs typeface="Arial" panose="020B0604020202020204" pitchFamily="34" charset="0"/>
              </a:rPr>
              <a:t>THẦY, </a:t>
            </a:r>
            <a:r>
              <a:rPr lang="en-US" sz="6000" b="1">
                <a:latin typeface="Arial" panose="020B0604020202020204" pitchFamily="34" charset="0"/>
                <a:cs typeface="Arial" panose="020B0604020202020204" pitchFamily="34" charset="0"/>
              </a:rPr>
              <a:t>CÔ ĐÃ CHÚ Ý LẮNG</a:t>
            </a:r>
            <a:r>
              <a:rPr lang="vi-VN" sz="6000" b="1">
                <a:latin typeface="Arial" panose="020B0604020202020204" pitchFamily="34" charset="0"/>
                <a:cs typeface="Arial" panose="020B0604020202020204" pitchFamily="34" charset="0"/>
              </a:rPr>
              <a:t>  </a:t>
            </a:r>
            <a:r>
              <a:rPr lang="en-US" sz="6000" b="1">
                <a:latin typeface="Arial" panose="020B0604020202020204" pitchFamily="34" charset="0"/>
                <a:cs typeface="Arial" panose="020B0604020202020204" pitchFamily="34" charset="0"/>
              </a:rPr>
              <a:t>NGHE</a:t>
            </a:r>
          </a:p>
        </p:txBody>
      </p:sp>
      <p:sp>
        <p:nvSpPr>
          <p:cNvPr id="30" name="Rectangle 29">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183902"/>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778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emplate>TM02900769[[fn=Retrospect]]</Template>
  <TotalTime>1734</TotalTime>
  <Words>1893</Words>
  <Application>Microsoft Office PowerPoint</Application>
  <PresentationFormat>Widescreen</PresentationFormat>
  <Paragraphs>137</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Avenir Next LT Pro</vt:lpstr>
      <vt:lpstr>Calibri</vt:lpstr>
      <vt:lpstr>AccentBoxVTI</vt:lpstr>
      <vt:lpstr>TÌM HIỂU VÀ ỨNG DỤNG FIGMA TRONG THIẾT KẾ GIAO DIỆN WEBSITE </vt:lpstr>
      <vt:lpstr>NỘI DUNG TRÌNH BÀY</vt:lpstr>
      <vt:lpstr>TỔNG QUAN VỀ ĐỀ TÀI </vt:lpstr>
      <vt:lpstr>TỔNG QUAN VỀ ĐỀ TÀI </vt:lpstr>
      <vt:lpstr>TỔNG QUAN VỀ ĐỀ TÀI </vt:lpstr>
      <vt:lpstr>CƠ SỞ LÝ THUYẾT</vt:lpstr>
      <vt:lpstr>CƠ SỞ LÝ THUYẾT</vt:lpstr>
      <vt:lpstr>CƠ SỞ LÝ THUYẾT</vt:lpstr>
      <vt:lpstr>CƠ SỞ LÝ THUYẾT</vt:lpstr>
      <vt:lpstr>PHÂN TÍCH VÀ THIẾT KẾ GIAO DIỆN </vt:lpstr>
      <vt:lpstr>PHÂN TÍCH VÀ THIẾT KẾ GIAO DIỆN </vt:lpstr>
      <vt:lpstr>PHÂN TÍCH VÀ THIẾT KẾ GIAO DIỆN </vt:lpstr>
      <vt:lpstr>KẾT QUẢ NGHIÊN CỨU</vt:lpstr>
      <vt:lpstr>KẾT QUẢ NGHIÊN CỨU</vt:lpstr>
      <vt:lpstr>KẾT QUẢ NGHIÊN CỨU</vt:lpstr>
      <vt:lpstr>KẾT QUẢ NGHIÊN CỨU</vt:lpstr>
      <vt:lpstr>KẾT QUẢ NGHIÊN CỨU</vt:lpstr>
      <vt:lpstr>KẾT QUẢ NGHIÊN CỨU</vt:lpstr>
      <vt:lpstr>KẾT QUẢ NGHIÊN CỨU</vt:lpstr>
      <vt:lpstr>KẾT QUẢ NGHIÊN CỨU</vt:lpstr>
      <vt:lpstr>KẾT QUẢ NGHIÊN CỨU</vt:lpstr>
      <vt:lpstr>KẾT QUẢ NGHIÊN CỨU</vt:lpstr>
      <vt:lpstr>KẾT QUẢ NGHIÊN CỨU</vt:lpstr>
      <vt:lpstr>TỔNG KẾT </vt:lpstr>
      <vt:lpstr>CẢM ƠN THẦY, CÔ ĐÃ CHÚ Ý LẮNG  NGHE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Gia Nguyen</dc:creator>
  <cp:lastModifiedBy>Nguyen Gia Nguyen</cp:lastModifiedBy>
  <cp:revision>15</cp:revision>
  <dcterms:created xsi:type="dcterms:W3CDTF">2025-12-29T12:56:17Z</dcterms:created>
  <dcterms:modified xsi:type="dcterms:W3CDTF">2025-12-31T03:07:31Z</dcterms:modified>
</cp:coreProperties>
</file>